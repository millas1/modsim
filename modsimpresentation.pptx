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60" r:id="rId5"/>
    <p:sldId id="258" r:id="rId6"/>
    <p:sldId id="259" r:id="rId7"/>
    <p:sldId id="261" r:id="rId8"/>
    <p:sldId id="262" r:id="rId9"/>
    <p:sldId id="268" r:id="rId10"/>
    <p:sldId id="264" r:id="rId11"/>
    <p:sldId id="269" r:id="rId12"/>
    <p:sldId id="265" r:id="rId13"/>
    <p:sldId id="273" r:id="rId14"/>
    <p:sldId id="266" r:id="rId15"/>
    <p:sldId id="267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51D9B0-CA9D-489C-A101-F34C0FA28820}" v="730" dt="2026-01-19T12:12:12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30" autoAdjust="0"/>
  </p:normalViewPr>
  <p:slideViewPr>
    <p:cSldViewPr snapToGrid="0">
      <p:cViewPr varScale="1">
        <p:scale>
          <a:sx n="66" d="100"/>
          <a:sy n="66" d="100"/>
        </p:scale>
        <p:origin x="20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illa" userId="066c60c930f0ee7e" providerId="LiveId" clId="{F4F1AB15-4B12-4C7A-A7EC-7648ACBA0A6D}"/>
    <pc:docChg chg="undo custSel addSld delSld modSld">
      <pc:chgData name="Sara Milla" userId="066c60c930f0ee7e" providerId="LiveId" clId="{F4F1AB15-4B12-4C7A-A7EC-7648ACBA0A6D}" dt="2026-01-19T12:13:52.141" v="4173" actId="1035"/>
      <pc:docMkLst>
        <pc:docMk/>
      </pc:docMkLst>
      <pc:sldChg chg="addSp delSp modSp new mod setBg addAnim delAnim setClrOvrMap modNotesTx">
        <pc:chgData name="Sara Milla" userId="066c60c930f0ee7e" providerId="LiveId" clId="{F4F1AB15-4B12-4C7A-A7EC-7648ACBA0A6D}" dt="2026-01-19T12:13:12.643" v="4142" actId="20577"/>
        <pc:sldMkLst>
          <pc:docMk/>
          <pc:sldMk cId="956990610" sldId="256"/>
        </pc:sldMkLst>
        <pc:spChg chg="mod">
          <ac:chgData name="Sara Milla" userId="066c60c930f0ee7e" providerId="LiveId" clId="{F4F1AB15-4B12-4C7A-A7EC-7648ACBA0A6D}" dt="2026-01-19T10:27:34.334" v="1854" actId="26606"/>
          <ac:spMkLst>
            <pc:docMk/>
            <pc:sldMk cId="956990610" sldId="256"/>
            <ac:spMk id="2" creationId="{BA65CDA3-528C-8A64-F4FB-19771660E9F0}"/>
          </ac:spMkLst>
        </pc:spChg>
        <pc:spChg chg="mod">
          <ac:chgData name="Sara Milla" userId="066c60c930f0ee7e" providerId="LiveId" clId="{F4F1AB15-4B12-4C7A-A7EC-7648ACBA0A6D}" dt="2026-01-19T11:16:33.050" v="2649" actId="20577"/>
          <ac:spMkLst>
            <pc:docMk/>
            <pc:sldMk cId="956990610" sldId="256"/>
            <ac:spMk id="3" creationId="{9882A6C9-7CF6-2E6F-2183-9EC99DAFAAA4}"/>
          </ac:spMkLst>
        </pc:spChg>
        <pc:spChg chg="add">
          <ac:chgData name="Sara Milla" userId="066c60c930f0ee7e" providerId="LiveId" clId="{F4F1AB15-4B12-4C7A-A7EC-7648ACBA0A6D}" dt="2026-01-19T10:27:34.334" v="1854" actId="26606"/>
          <ac:spMkLst>
            <pc:docMk/>
            <pc:sldMk cId="956990610" sldId="256"/>
            <ac:spMk id="6" creationId="{9B6CD22E-2269-419F-9E81-016EA035D4C1}"/>
          </ac:spMkLst>
        </pc:spChg>
        <pc:spChg chg="add">
          <ac:chgData name="Sara Milla" userId="066c60c930f0ee7e" providerId="LiveId" clId="{F4F1AB15-4B12-4C7A-A7EC-7648ACBA0A6D}" dt="2026-01-19T10:27:34.334" v="1854" actId="26606"/>
          <ac:spMkLst>
            <pc:docMk/>
            <pc:sldMk cId="956990610" sldId="256"/>
            <ac:spMk id="7" creationId="{AA607D34-E2A9-4595-9DB2-5472E077CA49}"/>
          </ac:spMkLst>
        </pc:spChg>
        <pc:spChg chg="add del">
          <ac:chgData name="Sara Milla" userId="066c60c930f0ee7e" providerId="LiveId" clId="{F4F1AB15-4B12-4C7A-A7EC-7648ACBA0A6D}" dt="2026-01-19T09:56:31.639" v="875" actId="26606"/>
          <ac:spMkLst>
            <pc:docMk/>
            <pc:sldMk cId="956990610" sldId="256"/>
            <ac:spMk id="8" creationId="{4D24BFD5-D814-402B-B6C4-EEF6AE14B0F2}"/>
          </ac:spMkLst>
        </pc:spChg>
        <pc:spChg chg="add del">
          <ac:chgData name="Sara Milla" userId="066c60c930f0ee7e" providerId="LiveId" clId="{F4F1AB15-4B12-4C7A-A7EC-7648ACBA0A6D}" dt="2026-01-19T09:56:43.797" v="879" actId="26606"/>
          <ac:spMkLst>
            <pc:docMk/>
            <pc:sldMk cId="956990610" sldId="256"/>
            <ac:spMk id="9" creationId="{71B2258F-86CA-4D4D-8270-BC05FCDEBFB3}"/>
          </ac:spMkLst>
        </pc:spChg>
        <pc:spChg chg="add del">
          <ac:chgData name="Sara Milla" userId="066c60c930f0ee7e" providerId="LiveId" clId="{F4F1AB15-4B12-4C7A-A7EC-7648ACBA0A6D}" dt="2026-01-19T09:56:31.639" v="875" actId="26606"/>
          <ac:spMkLst>
            <pc:docMk/>
            <pc:sldMk cId="956990610" sldId="256"/>
            <ac:spMk id="10" creationId="{36FED7E8-9A97-475F-9FA4-113410D4433B}"/>
          </ac:spMkLst>
        </pc:spChg>
        <pc:spChg chg="add">
          <ac:chgData name="Sara Milla" userId="066c60c930f0ee7e" providerId="LiveId" clId="{F4F1AB15-4B12-4C7A-A7EC-7648ACBA0A6D}" dt="2026-01-19T10:27:34.334" v="1854" actId="26606"/>
          <ac:spMkLst>
            <pc:docMk/>
            <pc:sldMk cId="956990610" sldId="256"/>
            <ac:spMk id="11" creationId="{63DAB858-5A0C-4AFF-AAC6-705EDF8DB733}"/>
          </ac:spMkLst>
        </pc:spChg>
        <pc:spChg chg="add del">
          <ac:chgData name="Sara Milla" userId="066c60c930f0ee7e" providerId="LiveId" clId="{F4F1AB15-4B12-4C7A-A7EC-7648ACBA0A6D}" dt="2026-01-19T09:56:31.639" v="875" actId="26606"/>
          <ac:spMkLst>
            <pc:docMk/>
            <pc:sldMk cId="956990610" sldId="256"/>
            <ac:spMk id="12" creationId="{2A39B854-4B6C-4F7F-A602-6F97770CED70}"/>
          </ac:spMkLst>
        </pc:spChg>
        <pc:spChg chg="add">
          <ac:chgData name="Sara Milla" userId="066c60c930f0ee7e" providerId="LiveId" clId="{F4F1AB15-4B12-4C7A-A7EC-7648ACBA0A6D}" dt="2026-01-19T10:27:34.334" v="1854" actId="26606"/>
          <ac:spMkLst>
            <pc:docMk/>
            <pc:sldMk cId="956990610" sldId="256"/>
            <ac:spMk id="14" creationId="{8FFD9892-EDE5-4886-A313-66099DA8C8F1}"/>
          </ac:spMkLst>
        </pc:spChg>
        <pc:picChg chg="add del">
          <ac:chgData name="Sara Milla" userId="066c60c930f0ee7e" providerId="LiveId" clId="{F4F1AB15-4B12-4C7A-A7EC-7648ACBA0A6D}" dt="2026-01-19T09:56:43.797" v="879" actId="26606"/>
          <ac:picMkLst>
            <pc:docMk/>
            <pc:sldMk cId="956990610" sldId="256"/>
            <ac:picMk id="5" creationId="{21ADE584-09D7-F989-3E98-FD68F83813E7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2:13:09.301" v="4137" actId="20577"/>
        <pc:sldMkLst>
          <pc:docMk/>
          <pc:sldMk cId="3545057740" sldId="257"/>
        </pc:sldMkLst>
        <pc:spChg chg="mod">
          <ac:chgData name="Sara Milla" userId="066c60c930f0ee7e" providerId="LiveId" clId="{F4F1AB15-4B12-4C7A-A7EC-7648ACBA0A6D}" dt="2026-01-19T10:27:41.062" v="1855" actId="26606"/>
          <ac:spMkLst>
            <pc:docMk/>
            <pc:sldMk cId="3545057740" sldId="257"/>
            <ac:spMk id="2" creationId="{7ABEA1DB-31CE-ADD5-3C96-91FC710F091D}"/>
          </ac:spMkLst>
        </pc:spChg>
        <pc:spChg chg="add del mod">
          <ac:chgData name="Sara Milla" userId="066c60c930f0ee7e" providerId="LiveId" clId="{F4F1AB15-4B12-4C7A-A7EC-7648ACBA0A6D}" dt="2026-01-19T10:27:41.062" v="1855" actId="26606"/>
          <ac:spMkLst>
            <pc:docMk/>
            <pc:sldMk cId="3545057740" sldId="257"/>
            <ac:spMk id="3" creationId="{CC24B250-27CF-E316-457F-ACCB1C516E12}"/>
          </ac:spMkLst>
        </pc:spChg>
        <pc:spChg chg="add mod">
          <ac:chgData name="Sara Milla" userId="066c60c930f0ee7e" providerId="LiveId" clId="{F4F1AB15-4B12-4C7A-A7EC-7648ACBA0A6D}" dt="2026-01-19T11:05:50.305" v="2198" actId="1076"/>
          <ac:spMkLst>
            <pc:docMk/>
            <pc:sldMk cId="3545057740" sldId="257"/>
            <ac:spMk id="4" creationId="{156D3D75-60ED-241F-122E-894AA9291EAD}"/>
          </ac:spMkLst>
        </pc:spChg>
        <pc:spChg chg="add">
          <ac:chgData name="Sara Milla" userId="066c60c930f0ee7e" providerId="LiveId" clId="{F4F1AB15-4B12-4C7A-A7EC-7648ACBA0A6D}" dt="2026-01-19T10:27:41.062" v="1855" actId="26606"/>
          <ac:spMkLst>
            <pc:docMk/>
            <pc:sldMk cId="3545057740" sldId="257"/>
            <ac:spMk id="8" creationId="{100EDD19-6802-4EC3-95CE-CFFAB042CFD6}"/>
          </ac:spMkLst>
        </pc:spChg>
        <pc:spChg chg="add">
          <ac:chgData name="Sara Milla" userId="066c60c930f0ee7e" providerId="LiveId" clId="{F4F1AB15-4B12-4C7A-A7EC-7648ACBA0A6D}" dt="2026-01-19T10:27:41.062" v="1855" actId="26606"/>
          <ac:spMkLst>
            <pc:docMk/>
            <pc:sldMk cId="3545057740" sldId="257"/>
            <ac:spMk id="10" creationId="{DB17E863-922E-4C26-BD64-E8FD41D28661}"/>
          </ac:spMkLst>
        </pc:spChg>
      </pc:sldChg>
      <pc:sldChg chg="addSp delSp modSp new mod setBg modNotesTx">
        <pc:chgData name="Sara Milla" userId="066c60c930f0ee7e" providerId="LiveId" clId="{F4F1AB15-4B12-4C7A-A7EC-7648ACBA0A6D}" dt="2026-01-19T11:06:01.002" v="2203" actId="20577"/>
        <pc:sldMkLst>
          <pc:docMk/>
          <pc:sldMk cId="2897456704" sldId="258"/>
        </pc:sldMkLst>
        <pc:spChg chg="mod">
          <ac:chgData name="Sara Milla" userId="066c60c930f0ee7e" providerId="LiveId" clId="{F4F1AB15-4B12-4C7A-A7EC-7648ACBA0A6D}" dt="2026-01-19T10:27:15.875" v="1853" actId="26606"/>
          <ac:spMkLst>
            <pc:docMk/>
            <pc:sldMk cId="2897456704" sldId="258"/>
            <ac:spMk id="2" creationId="{E0BF290D-4838-7628-4381-CC0021CDC51B}"/>
          </ac:spMkLst>
        </pc:spChg>
        <pc:spChg chg="add del mod">
          <ac:chgData name="Sara Milla" userId="066c60c930f0ee7e" providerId="LiveId" clId="{F4F1AB15-4B12-4C7A-A7EC-7648ACBA0A6D}" dt="2026-01-19T10:25:57.120" v="1835" actId="26606"/>
          <ac:spMkLst>
            <pc:docMk/>
            <pc:sldMk cId="2897456704" sldId="258"/>
            <ac:spMk id="3" creationId="{5FA2D5BB-E1F8-4371-4F6F-6F89DFE62888}"/>
          </ac:spMkLst>
        </pc:spChg>
        <pc:spChg chg="add mod">
          <ac:chgData name="Sara Milla" userId="066c60c930f0ee7e" providerId="LiveId" clId="{F4F1AB15-4B12-4C7A-A7EC-7648ACBA0A6D}" dt="2026-01-19T11:06:01.002" v="2203" actId="20577"/>
          <ac:spMkLst>
            <pc:docMk/>
            <pc:sldMk cId="2897456704" sldId="258"/>
            <ac:spMk id="4" creationId="{254057BD-1561-1AF3-80AE-77E17A39F5B8}"/>
          </ac:spMkLst>
        </pc:spChg>
        <pc:spChg chg="add del">
          <ac:chgData name="Sara Milla" userId="066c60c930f0ee7e" providerId="LiveId" clId="{F4F1AB15-4B12-4C7A-A7EC-7648ACBA0A6D}" dt="2026-01-19T10:08:20.272" v="1275" actId="22"/>
          <ac:spMkLst>
            <pc:docMk/>
            <pc:sldMk cId="2897456704" sldId="258"/>
            <ac:spMk id="13" creationId="{6ADC6AA7-E020-442A-D76C-347F6E2926FB}"/>
          </ac:spMkLst>
        </pc:spChg>
        <pc:spChg chg="add del">
          <ac:chgData name="Sara Milla" userId="066c60c930f0ee7e" providerId="LiveId" clId="{F4F1AB15-4B12-4C7A-A7EC-7648ACBA0A6D}" dt="2026-01-19T10:25:57.120" v="1835" actId="26606"/>
          <ac:spMkLst>
            <pc:docMk/>
            <pc:sldMk cId="2897456704" sldId="258"/>
            <ac:spMk id="16" creationId="{352BEC0E-22F8-46D0-9632-375DB541B06C}"/>
          </ac:spMkLst>
        </pc:spChg>
        <pc:spChg chg="add del">
          <ac:chgData name="Sara Milla" userId="066c60c930f0ee7e" providerId="LiveId" clId="{F4F1AB15-4B12-4C7A-A7EC-7648ACBA0A6D}" dt="2026-01-19T10:25:57.120" v="1835" actId="26606"/>
          <ac:spMkLst>
            <pc:docMk/>
            <pc:sldMk cId="2897456704" sldId="258"/>
            <ac:spMk id="18" creationId="{3FCFB1DE-0B7E-48CC-BA90-B2AB0889F9D6}"/>
          </ac:spMkLst>
        </pc:spChg>
        <pc:spChg chg="add del">
          <ac:chgData name="Sara Milla" userId="066c60c930f0ee7e" providerId="LiveId" clId="{F4F1AB15-4B12-4C7A-A7EC-7648ACBA0A6D}" dt="2026-01-19T10:27:15.875" v="1853" actId="26606"/>
          <ac:spMkLst>
            <pc:docMk/>
            <pc:sldMk cId="2897456704" sldId="258"/>
            <ac:spMk id="23" creationId="{352BEC0E-22F8-46D0-9632-375DB541B06C}"/>
          </ac:spMkLst>
        </pc:spChg>
        <pc:spChg chg="add del">
          <ac:chgData name="Sara Milla" userId="066c60c930f0ee7e" providerId="LiveId" clId="{F4F1AB15-4B12-4C7A-A7EC-7648ACBA0A6D}" dt="2026-01-19T10:27:15.875" v="1853" actId="26606"/>
          <ac:spMkLst>
            <pc:docMk/>
            <pc:sldMk cId="2897456704" sldId="258"/>
            <ac:spMk id="25" creationId="{3FCFB1DE-0B7E-48CC-BA90-B2AB0889F9D6}"/>
          </ac:spMkLst>
        </pc:spChg>
        <pc:spChg chg="add del">
          <ac:chgData name="Sara Milla" userId="066c60c930f0ee7e" providerId="LiveId" clId="{F4F1AB15-4B12-4C7A-A7EC-7648ACBA0A6D}" dt="2026-01-19T10:27:15.875" v="1853" actId="26606"/>
          <ac:spMkLst>
            <pc:docMk/>
            <pc:sldMk cId="2897456704" sldId="258"/>
            <ac:spMk id="30" creationId="{352BEC0E-22F8-46D0-9632-375DB541B06C}"/>
          </ac:spMkLst>
        </pc:spChg>
        <pc:spChg chg="add del">
          <ac:chgData name="Sara Milla" userId="066c60c930f0ee7e" providerId="LiveId" clId="{F4F1AB15-4B12-4C7A-A7EC-7648ACBA0A6D}" dt="2026-01-19T10:27:15.875" v="1853" actId="26606"/>
          <ac:spMkLst>
            <pc:docMk/>
            <pc:sldMk cId="2897456704" sldId="258"/>
            <ac:spMk id="32" creationId="{3FCFB1DE-0B7E-48CC-BA90-B2AB0889F9D6}"/>
          </ac:spMkLst>
        </pc:spChg>
        <pc:picChg chg="add mod">
          <ac:chgData name="Sara Milla" userId="066c60c930f0ee7e" providerId="LiveId" clId="{F4F1AB15-4B12-4C7A-A7EC-7648ACBA0A6D}" dt="2026-01-19T09:52:48.625" v="585"/>
          <ac:picMkLst>
            <pc:docMk/>
            <pc:sldMk cId="2897456704" sldId="258"/>
            <ac:picMk id="5" creationId="{6A605E8B-9C86-815E-490C-F1D557EB685B}"/>
          </ac:picMkLst>
        </pc:picChg>
        <pc:picChg chg="add mod">
          <ac:chgData name="Sara Milla" userId="066c60c930f0ee7e" providerId="LiveId" clId="{F4F1AB15-4B12-4C7A-A7EC-7648ACBA0A6D}" dt="2026-01-19T09:52:47.930" v="584" actId="1076"/>
          <ac:picMkLst>
            <pc:docMk/>
            <pc:sldMk cId="2897456704" sldId="258"/>
            <ac:picMk id="7" creationId="{33343734-6C41-734C-64ED-FAC1A74F7F68}"/>
          </ac:picMkLst>
        </pc:picChg>
        <pc:picChg chg="add mod ord">
          <ac:chgData name="Sara Milla" userId="066c60c930f0ee7e" providerId="LiveId" clId="{F4F1AB15-4B12-4C7A-A7EC-7648ACBA0A6D}" dt="2026-01-19T10:27:15.875" v="1853" actId="26606"/>
          <ac:picMkLst>
            <pc:docMk/>
            <pc:sldMk cId="2897456704" sldId="258"/>
            <ac:picMk id="9" creationId="{D4288910-5DCF-FBFB-5353-6083EFD4A580}"/>
          </ac:picMkLst>
        </pc:picChg>
        <pc:picChg chg="add mod">
          <ac:chgData name="Sara Milla" userId="066c60c930f0ee7e" providerId="LiveId" clId="{F4F1AB15-4B12-4C7A-A7EC-7648ACBA0A6D}" dt="2026-01-19T10:25:57.120" v="1835" actId="26606"/>
          <ac:picMkLst>
            <pc:docMk/>
            <pc:sldMk cId="2897456704" sldId="258"/>
            <ac:picMk id="11" creationId="{3BF988ED-3F8B-C196-E5DE-C1C43EB364E8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1:06:06.661" v="2204"/>
        <pc:sldMkLst>
          <pc:docMk/>
          <pc:sldMk cId="509911852" sldId="259"/>
        </pc:sldMkLst>
        <pc:spChg chg="mod">
          <ac:chgData name="Sara Milla" userId="066c60c930f0ee7e" providerId="LiveId" clId="{F4F1AB15-4B12-4C7A-A7EC-7648ACBA0A6D}" dt="2026-01-19T10:26:56.513" v="1850" actId="255"/>
          <ac:spMkLst>
            <pc:docMk/>
            <pc:sldMk cId="509911852" sldId="259"/>
            <ac:spMk id="2" creationId="{152C41B4-9363-0F4D-8956-9F2EFAA3A6C9}"/>
          </ac:spMkLst>
        </pc:spChg>
        <pc:spChg chg="add del mod">
          <ac:chgData name="Sara Milla" userId="066c60c930f0ee7e" providerId="LiveId" clId="{F4F1AB15-4B12-4C7A-A7EC-7648ACBA0A6D}" dt="2026-01-19T10:18:03.625" v="1619" actId="16959"/>
          <ac:spMkLst>
            <pc:docMk/>
            <pc:sldMk cId="509911852" sldId="259"/>
            <ac:spMk id="3" creationId="{52C8C848-B642-D34A-0B3E-A97960172447}"/>
          </ac:spMkLst>
        </pc:spChg>
        <pc:spChg chg="add mod">
          <ac:chgData name="Sara Milla" userId="066c60c930f0ee7e" providerId="LiveId" clId="{F4F1AB15-4B12-4C7A-A7EC-7648ACBA0A6D}" dt="2026-01-19T11:06:06.661" v="2204"/>
          <ac:spMkLst>
            <pc:docMk/>
            <pc:sldMk cId="509911852" sldId="259"/>
            <ac:spMk id="4" creationId="{A77296F1-FF47-8D08-481D-77EF49BC736F}"/>
          </ac:spMkLst>
        </pc:spChg>
        <pc:spChg chg="add">
          <ac:chgData name="Sara Milla" userId="066c60c930f0ee7e" providerId="LiveId" clId="{F4F1AB15-4B12-4C7A-A7EC-7648ACBA0A6D}" dt="2026-01-19T10:09:25.680" v="1302" actId="26606"/>
          <ac:spMkLst>
            <pc:docMk/>
            <pc:sldMk cId="509911852" sldId="259"/>
            <ac:spMk id="9" creationId="{743AA782-23D1-4521-8CAD-47662984AA08}"/>
          </ac:spMkLst>
        </pc:spChg>
        <pc:spChg chg="add">
          <ac:chgData name="Sara Milla" userId="066c60c930f0ee7e" providerId="LiveId" clId="{F4F1AB15-4B12-4C7A-A7EC-7648ACBA0A6D}" dt="2026-01-19T10:09:25.680" v="1302" actId="26606"/>
          <ac:spMkLst>
            <pc:docMk/>
            <pc:sldMk cId="509911852" sldId="259"/>
            <ac:spMk id="10" creationId="{71877DBC-BB60-40F0-AC93-2ACDBAAE60CE}"/>
          </ac:spMkLst>
        </pc:spChg>
        <pc:spChg chg="add del">
          <ac:chgData name="Sara Milla" userId="066c60c930f0ee7e" providerId="LiveId" clId="{F4F1AB15-4B12-4C7A-A7EC-7648ACBA0A6D}" dt="2026-01-19T10:07:46.650" v="1273" actId="26606"/>
          <ac:spMkLst>
            <pc:docMk/>
            <pc:sldMk cId="509911852" sldId="259"/>
            <ac:spMk id="12" creationId="{2B97F24A-32CE-4C1C-A50D-3016B394DCFB}"/>
          </ac:spMkLst>
        </pc:spChg>
        <pc:spChg chg="add del">
          <ac:chgData name="Sara Milla" userId="066c60c930f0ee7e" providerId="LiveId" clId="{F4F1AB15-4B12-4C7A-A7EC-7648ACBA0A6D}" dt="2026-01-19T10:07:46.650" v="1273" actId="26606"/>
          <ac:spMkLst>
            <pc:docMk/>
            <pc:sldMk cId="509911852" sldId="259"/>
            <ac:spMk id="14" creationId="{CD8B4F24-440B-49E9-B85D-733523DC064B}"/>
          </ac:spMkLst>
        </pc:spChg>
        <pc:picChg chg="add mod">
          <ac:chgData name="Sara Milla" userId="066c60c930f0ee7e" providerId="LiveId" clId="{F4F1AB15-4B12-4C7A-A7EC-7648ACBA0A6D}" dt="2026-01-19T10:01:21.118" v="1010"/>
          <ac:picMkLst>
            <pc:docMk/>
            <pc:sldMk cId="509911852" sldId="259"/>
            <ac:picMk id="5" creationId="{C5CE1148-12F1-B6D6-DD08-E440320EDB4F}"/>
          </ac:picMkLst>
        </pc:picChg>
        <pc:picChg chg="add mod">
          <ac:chgData name="Sara Milla" userId="066c60c930f0ee7e" providerId="LiveId" clId="{F4F1AB15-4B12-4C7A-A7EC-7648ACBA0A6D}" dt="2026-01-19T10:09:25.680" v="1302" actId="26606"/>
          <ac:picMkLst>
            <pc:docMk/>
            <pc:sldMk cId="509911852" sldId="259"/>
            <ac:picMk id="7" creationId="{60289A67-22F7-200A-590D-2246D137DABC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2:13:02.451" v="4127" actId="20577"/>
        <pc:sldMkLst>
          <pc:docMk/>
          <pc:sldMk cId="2967905490" sldId="260"/>
        </pc:sldMkLst>
        <pc:spChg chg="mod">
          <ac:chgData name="Sara Milla" userId="066c60c930f0ee7e" providerId="LiveId" clId="{F4F1AB15-4B12-4C7A-A7EC-7648ACBA0A6D}" dt="2026-01-19T09:53:32.415" v="643" actId="26606"/>
          <ac:spMkLst>
            <pc:docMk/>
            <pc:sldMk cId="2967905490" sldId="260"/>
            <ac:spMk id="2" creationId="{930CEFD5-8CA9-4D8E-70F6-887FCA80935F}"/>
          </ac:spMkLst>
        </pc:spChg>
        <pc:spChg chg="add del mod">
          <ac:chgData name="Sara Milla" userId="066c60c930f0ee7e" providerId="LiveId" clId="{F4F1AB15-4B12-4C7A-A7EC-7648ACBA0A6D}" dt="2026-01-19T10:18:15.625" v="1620"/>
          <ac:spMkLst>
            <pc:docMk/>
            <pc:sldMk cId="2967905490" sldId="260"/>
            <ac:spMk id="3" creationId="{24C62F1C-9A0C-73D6-A85C-8644227418FB}"/>
          </ac:spMkLst>
        </pc:spChg>
        <pc:spChg chg="add mod">
          <ac:chgData name="Sara Milla" userId="066c60c930f0ee7e" providerId="LiveId" clId="{F4F1AB15-4B12-4C7A-A7EC-7648ACBA0A6D}" dt="2026-01-19T09:42:20.588" v="446"/>
          <ac:spMkLst>
            <pc:docMk/>
            <pc:sldMk cId="2967905490" sldId="260"/>
            <ac:spMk id="4" creationId="{0517CCA3-FCE3-49ED-9960-209782992C62}"/>
          </ac:spMkLst>
        </pc:spChg>
        <pc:spChg chg="add mod">
          <ac:chgData name="Sara Milla" userId="066c60c930f0ee7e" providerId="LiveId" clId="{F4F1AB15-4B12-4C7A-A7EC-7648ACBA0A6D}" dt="2026-01-19T11:05:55.869" v="2200"/>
          <ac:spMkLst>
            <pc:docMk/>
            <pc:sldMk cId="2967905490" sldId="260"/>
            <ac:spMk id="4" creationId="{B701ED02-52FD-97C8-82FD-3C11F6D95F5A}"/>
          </ac:spMkLst>
        </pc:spChg>
        <pc:spChg chg="add">
          <ac:chgData name="Sara Milla" userId="066c60c930f0ee7e" providerId="LiveId" clId="{F4F1AB15-4B12-4C7A-A7EC-7648ACBA0A6D}" dt="2026-01-19T09:42:32.963" v="449"/>
          <ac:spMkLst>
            <pc:docMk/>
            <pc:sldMk cId="2967905490" sldId="260"/>
            <ac:spMk id="5" creationId="{DC200702-2B1F-4F6F-056C-3795D0EB7158}"/>
          </ac:spMkLst>
        </pc:spChg>
        <pc:spChg chg="add">
          <ac:chgData name="Sara Milla" userId="066c60c930f0ee7e" providerId="LiveId" clId="{F4F1AB15-4B12-4C7A-A7EC-7648ACBA0A6D}" dt="2026-01-19T09:42:47.822" v="452"/>
          <ac:spMkLst>
            <pc:docMk/>
            <pc:sldMk cId="2967905490" sldId="260"/>
            <ac:spMk id="6" creationId="{6F3B0BDA-154A-814A-222A-A6DAD8FACD7E}"/>
          </ac:spMkLst>
        </pc:spChg>
        <pc:spChg chg="add">
          <ac:chgData name="Sara Milla" userId="066c60c930f0ee7e" providerId="LiveId" clId="{F4F1AB15-4B12-4C7A-A7EC-7648ACBA0A6D}" dt="2026-01-19T09:46:21.119" v="468"/>
          <ac:spMkLst>
            <pc:docMk/>
            <pc:sldMk cId="2967905490" sldId="260"/>
            <ac:spMk id="7" creationId="{6D656891-3B81-0EBF-4A97-70D6C923446F}"/>
          </ac:spMkLst>
        </pc:spChg>
        <pc:spChg chg="add">
          <ac:chgData name="Sara Milla" userId="066c60c930f0ee7e" providerId="LiveId" clId="{F4F1AB15-4B12-4C7A-A7EC-7648ACBA0A6D}" dt="2026-01-19T09:46:43.383" v="472"/>
          <ac:spMkLst>
            <pc:docMk/>
            <pc:sldMk cId="2967905490" sldId="260"/>
            <ac:spMk id="8" creationId="{CC39883A-15C5-5B70-29F1-0282F73F4230}"/>
          </ac:spMkLst>
        </pc:spChg>
        <pc:spChg chg="add">
          <ac:chgData name="Sara Milla" userId="066c60c930f0ee7e" providerId="LiveId" clId="{F4F1AB15-4B12-4C7A-A7EC-7648ACBA0A6D}" dt="2026-01-19T09:53:32.415" v="643" actId="26606"/>
          <ac:spMkLst>
            <pc:docMk/>
            <pc:sldMk cId="2967905490" sldId="260"/>
            <ac:spMk id="17" creationId="{743AA782-23D1-4521-8CAD-47662984AA08}"/>
          </ac:spMkLst>
        </pc:spChg>
        <pc:spChg chg="add">
          <ac:chgData name="Sara Milla" userId="066c60c930f0ee7e" providerId="LiveId" clId="{F4F1AB15-4B12-4C7A-A7EC-7648ACBA0A6D}" dt="2026-01-19T09:53:32.415" v="643" actId="26606"/>
          <ac:spMkLst>
            <pc:docMk/>
            <pc:sldMk cId="2967905490" sldId="260"/>
            <ac:spMk id="19" creationId="{650D18FE-0824-4A46-B22C-A86B52E5780A}"/>
          </ac:spMkLst>
        </pc:spChg>
        <pc:graphicFrameChg chg="add del mod">
          <ac:chgData name="Sara Milla" userId="066c60c930f0ee7e" providerId="LiveId" clId="{F4F1AB15-4B12-4C7A-A7EC-7648ACBA0A6D}" dt="2026-01-19T09:48:20.767" v="477" actId="21"/>
          <ac:graphicFrameMkLst>
            <pc:docMk/>
            <pc:sldMk cId="2967905490" sldId="260"/>
            <ac:graphicFrameMk id="9" creationId="{5645CF8E-5700-186B-B82C-80A7AAD85B04}"/>
          </ac:graphicFrameMkLst>
        </pc:graphicFrameChg>
        <pc:graphicFrameChg chg="add del mod">
          <ac:chgData name="Sara Milla" userId="066c60c930f0ee7e" providerId="LiveId" clId="{F4F1AB15-4B12-4C7A-A7EC-7648ACBA0A6D}" dt="2026-01-19T09:48:25.266" v="479" actId="478"/>
          <ac:graphicFrameMkLst>
            <pc:docMk/>
            <pc:sldMk cId="2967905490" sldId="260"/>
            <ac:graphicFrameMk id="10" creationId="{5645CF8E-5700-186B-B82C-80A7AAD85B04}"/>
          </ac:graphicFrameMkLst>
        </pc:graphicFrameChg>
        <pc:picChg chg="add mod">
          <ac:chgData name="Sara Milla" userId="066c60c930f0ee7e" providerId="LiveId" clId="{F4F1AB15-4B12-4C7A-A7EC-7648ACBA0A6D}" dt="2026-01-19T09:53:32.415" v="643" actId="26606"/>
          <ac:picMkLst>
            <pc:docMk/>
            <pc:sldMk cId="2967905490" sldId="260"/>
            <ac:picMk id="12" creationId="{A8FE116D-917E-D2E6-A6D4-9F0D216D8C86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1:06:08.073" v="2205"/>
        <pc:sldMkLst>
          <pc:docMk/>
          <pc:sldMk cId="341531196" sldId="261"/>
        </pc:sldMkLst>
        <pc:spChg chg="mod">
          <ac:chgData name="Sara Milla" userId="066c60c930f0ee7e" providerId="LiveId" clId="{F4F1AB15-4B12-4C7A-A7EC-7648ACBA0A6D}" dt="2026-01-19T10:26:51.214" v="1849" actId="255"/>
          <ac:spMkLst>
            <pc:docMk/>
            <pc:sldMk cId="341531196" sldId="261"/>
            <ac:spMk id="2" creationId="{34CC63A2-EF98-0EEE-DE01-C3E4F56437C8}"/>
          </ac:spMkLst>
        </pc:spChg>
        <pc:spChg chg="mod">
          <ac:chgData name="Sara Milla" userId="066c60c930f0ee7e" providerId="LiveId" clId="{F4F1AB15-4B12-4C7A-A7EC-7648ACBA0A6D}" dt="2026-01-19T10:25:24.474" v="1831" actId="26606"/>
          <ac:spMkLst>
            <pc:docMk/>
            <pc:sldMk cId="341531196" sldId="261"/>
            <ac:spMk id="3" creationId="{ADAC3490-9E4E-CB57-B8F3-A6EC98310832}"/>
          </ac:spMkLst>
        </pc:spChg>
        <pc:spChg chg="add mod">
          <ac:chgData name="Sara Milla" userId="066c60c930f0ee7e" providerId="LiveId" clId="{F4F1AB15-4B12-4C7A-A7EC-7648ACBA0A6D}" dt="2026-01-19T11:06:08.073" v="2205"/>
          <ac:spMkLst>
            <pc:docMk/>
            <pc:sldMk cId="341531196" sldId="261"/>
            <ac:spMk id="4" creationId="{49B58069-77AB-1CEE-EF1A-86BC5ED9B03F}"/>
          </ac:spMkLst>
        </pc:spChg>
        <pc:spChg chg="add del mod">
          <ac:chgData name="Sara Milla" userId="066c60c930f0ee7e" providerId="LiveId" clId="{F4F1AB15-4B12-4C7A-A7EC-7648ACBA0A6D}" dt="2026-01-19T10:25:18.687" v="1830" actId="478"/>
          <ac:spMkLst>
            <pc:docMk/>
            <pc:sldMk cId="341531196" sldId="261"/>
            <ac:spMk id="4" creationId="{E698CDE3-443E-479A-F52B-F7EE7A8B86DB}"/>
          </ac:spMkLst>
        </pc:spChg>
        <pc:spChg chg="add">
          <ac:chgData name="Sara Milla" userId="066c60c930f0ee7e" providerId="LiveId" clId="{F4F1AB15-4B12-4C7A-A7EC-7648ACBA0A6D}" dt="2026-01-19T10:25:24.474" v="1831" actId="26606"/>
          <ac:spMkLst>
            <pc:docMk/>
            <pc:sldMk cId="341531196" sldId="261"/>
            <ac:spMk id="11" creationId="{743AA782-23D1-4521-8CAD-47662984AA08}"/>
          </ac:spMkLst>
        </pc:spChg>
        <pc:spChg chg="add">
          <ac:chgData name="Sara Milla" userId="066c60c930f0ee7e" providerId="LiveId" clId="{F4F1AB15-4B12-4C7A-A7EC-7648ACBA0A6D}" dt="2026-01-19T10:25:24.474" v="1831" actId="26606"/>
          <ac:spMkLst>
            <pc:docMk/>
            <pc:sldMk cId="341531196" sldId="261"/>
            <ac:spMk id="13" creationId="{71877DBC-BB60-40F0-AC93-2ACDBAAE60CE}"/>
          </ac:spMkLst>
        </pc:spChg>
        <pc:picChg chg="add mod">
          <ac:chgData name="Sara Milla" userId="066c60c930f0ee7e" providerId="LiveId" clId="{F4F1AB15-4B12-4C7A-A7EC-7648ACBA0A6D}" dt="2026-01-19T10:25:24.474" v="1831" actId="26606"/>
          <ac:picMkLst>
            <pc:docMk/>
            <pc:sldMk cId="341531196" sldId="261"/>
            <ac:picMk id="6" creationId="{EBA4C9EA-04B0-4D2F-4405-3139992F45A5}"/>
          </ac:picMkLst>
        </pc:picChg>
        <pc:picChg chg="add del mod">
          <ac:chgData name="Sara Milla" userId="066c60c930f0ee7e" providerId="LiveId" clId="{F4F1AB15-4B12-4C7A-A7EC-7648ACBA0A6D}" dt="2026-01-19T10:24:03.097" v="1807" actId="478"/>
          <ac:picMkLst>
            <pc:docMk/>
            <pc:sldMk cId="341531196" sldId="261"/>
            <ac:picMk id="8" creationId="{BCE4D572-C743-B0B7-FD66-FA9D3BE767D6}"/>
          </ac:picMkLst>
        </pc:picChg>
        <pc:picChg chg="add del mod">
          <ac:chgData name="Sara Milla" userId="066c60c930f0ee7e" providerId="LiveId" clId="{F4F1AB15-4B12-4C7A-A7EC-7648ACBA0A6D}" dt="2026-01-19T10:25:09.944" v="1828" actId="21"/>
          <ac:picMkLst>
            <pc:docMk/>
            <pc:sldMk cId="341531196" sldId="261"/>
            <ac:picMk id="10" creationId="{BBEBC9E6-40D9-0A1A-71BB-060152B70EAF}"/>
          </ac:picMkLst>
        </pc:picChg>
      </pc:sldChg>
      <pc:sldChg chg="addSp delSp modSp add del mod setBg delDesignElem">
        <pc:chgData name="Sara Milla" userId="066c60c930f0ee7e" providerId="LiveId" clId="{F4F1AB15-4B12-4C7A-A7EC-7648ACBA0A6D}" dt="2026-01-19T10:08:33.685" v="1285"/>
        <pc:sldMkLst>
          <pc:docMk/>
          <pc:sldMk cId="614330262" sldId="261"/>
        </pc:sldMkLst>
        <pc:spChg chg="mod">
          <ac:chgData name="Sara Milla" userId="066c60c930f0ee7e" providerId="LiveId" clId="{F4F1AB15-4B12-4C7A-A7EC-7648ACBA0A6D}" dt="2026-01-19T10:08:33.252" v="1284" actId="20577"/>
          <ac:spMkLst>
            <pc:docMk/>
            <pc:sldMk cId="614330262" sldId="261"/>
            <ac:spMk id="2" creationId="{32067DA0-1399-238A-9664-868D179B835C}"/>
          </ac:spMkLst>
        </pc:spChg>
        <pc:spChg chg="add del">
          <ac:chgData name="Sara Milla" userId="066c60c930f0ee7e" providerId="LiveId" clId="{F4F1AB15-4B12-4C7A-A7EC-7648ACBA0A6D}" dt="2026-01-19T10:08:33.685" v="1285"/>
          <ac:spMkLst>
            <pc:docMk/>
            <pc:sldMk cId="614330262" sldId="261"/>
            <ac:spMk id="16" creationId="{C159B43D-1D35-24C1-7620-7F60FEBA0681}"/>
          </ac:spMkLst>
        </pc:spChg>
        <pc:spChg chg="add del">
          <ac:chgData name="Sara Milla" userId="066c60c930f0ee7e" providerId="LiveId" clId="{F4F1AB15-4B12-4C7A-A7EC-7648ACBA0A6D}" dt="2026-01-19T10:08:33.685" v="1285"/>
          <ac:spMkLst>
            <pc:docMk/>
            <pc:sldMk cId="614330262" sldId="261"/>
            <ac:spMk id="18" creationId="{5ED7C2C5-ADC2-546E-7EBB-DDA21A74E812}"/>
          </ac:spMkLst>
        </pc:spChg>
        <pc:picChg chg="add del">
          <ac:chgData name="Sara Milla" userId="066c60c930f0ee7e" providerId="LiveId" clId="{F4F1AB15-4B12-4C7A-A7EC-7648ACBA0A6D}" dt="2026-01-19T10:08:32.161" v="1282" actId="478"/>
          <ac:picMkLst>
            <pc:docMk/>
            <pc:sldMk cId="614330262" sldId="261"/>
            <ac:picMk id="9" creationId="{59EF3580-4BAA-B8DC-BCD6-F2FC46CF9352}"/>
          </ac:picMkLst>
        </pc:picChg>
      </pc:sldChg>
      <pc:sldChg chg="addSp delSp modSp add del mod setBg delDesignElem">
        <pc:chgData name="Sara Milla" userId="066c60c930f0ee7e" providerId="LiveId" clId="{F4F1AB15-4B12-4C7A-A7EC-7648ACBA0A6D}" dt="2026-01-19T10:09:15.815" v="1301"/>
        <pc:sldMkLst>
          <pc:docMk/>
          <pc:sldMk cId="761986791" sldId="261"/>
        </pc:sldMkLst>
        <pc:spChg chg="add del">
          <ac:chgData name="Sara Milla" userId="066c60c930f0ee7e" providerId="LiveId" clId="{F4F1AB15-4B12-4C7A-A7EC-7648ACBA0A6D}" dt="2026-01-19T10:09:15.815" v="1301"/>
          <ac:spMkLst>
            <pc:docMk/>
            <pc:sldMk cId="761986791" sldId="261"/>
            <ac:spMk id="16" creationId="{9A003BE2-1B2F-7030-AD2D-F3A649D2575A}"/>
          </ac:spMkLst>
        </pc:spChg>
        <pc:spChg chg="add del">
          <ac:chgData name="Sara Milla" userId="066c60c930f0ee7e" providerId="LiveId" clId="{F4F1AB15-4B12-4C7A-A7EC-7648ACBA0A6D}" dt="2026-01-19T10:09:15.815" v="1301"/>
          <ac:spMkLst>
            <pc:docMk/>
            <pc:sldMk cId="761986791" sldId="261"/>
            <ac:spMk id="18" creationId="{75DF9B92-6A0E-04C9-AC90-2CE108BFEC93}"/>
          </ac:spMkLst>
        </pc:spChg>
        <pc:picChg chg="add mod">
          <ac:chgData name="Sara Milla" userId="066c60c930f0ee7e" providerId="LiveId" clId="{F4F1AB15-4B12-4C7A-A7EC-7648ACBA0A6D}" dt="2026-01-19T10:09:14.383" v="1297" actId="1076"/>
          <ac:picMkLst>
            <pc:docMk/>
            <pc:sldMk cId="761986791" sldId="261"/>
            <ac:picMk id="4" creationId="{7CF502BB-4774-BA7A-D94C-8319F975716F}"/>
          </ac:picMkLst>
        </pc:picChg>
        <pc:picChg chg="add del mod">
          <ac:chgData name="Sara Milla" userId="066c60c930f0ee7e" providerId="LiveId" clId="{F4F1AB15-4B12-4C7A-A7EC-7648ACBA0A6D}" dt="2026-01-19T10:09:15.598" v="1300" actId="1076"/>
          <ac:picMkLst>
            <pc:docMk/>
            <pc:sldMk cId="761986791" sldId="261"/>
            <ac:picMk id="9" creationId="{15B6D9D1-2F90-375B-226B-DF38AD4137F6}"/>
          </ac:picMkLst>
        </pc:picChg>
        <pc:picChg chg="add del">
          <ac:chgData name="Sara Milla" userId="066c60c930f0ee7e" providerId="LiveId" clId="{F4F1AB15-4B12-4C7A-A7EC-7648ACBA0A6D}" dt="2026-01-19T10:09:14.946" v="1298" actId="478"/>
          <ac:picMkLst>
            <pc:docMk/>
            <pc:sldMk cId="761986791" sldId="261"/>
            <ac:picMk id="11" creationId="{08AA2768-954E-85CE-5DEC-CC803B0C5510}"/>
          </ac:picMkLst>
        </pc:picChg>
      </pc:sldChg>
      <pc:sldChg chg="addSp modSp new mod setBg modNotesTx">
        <pc:chgData name="Sara Milla" userId="066c60c930f0ee7e" providerId="LiveId" clId="{F4F1AB15-4B12-4C7A-A7EC-7648ACBA0A6D}" dt="2026-01-19T11:06:09.801" v="2206"/>
        <pc:sldMkLst>
          <pc:docMk/>
          <pc:sldMk cId="1270980704" sldId="262"/>
        </pc:sldMkLst>
        <pc:spChg chg="mod">
          <ac:chgData name="Sara Milla" userId="066c60c930f0ee7e" providerId="LiveId" clId="{F4F1AB15-4B12-4C7A-A7EC-7648ACBA0A6D}" dt="2026-01-19T10:29:10.282" v="1898" actId="20577"/>
          <ac:spMkLst>
            <pc:docMk/>
            <pc:sldMk cId="1270980704" sldId="262"/>
            <ac:spMk id="2" creationId="{89D9A18B-4A70-2DF3-4C35-2D73453DD295}"/>
          </ac:spMkLst>
        </pc:spChg>
        <pc:spChg chg="mod">
          <ac:chgData name="Sara Milla" userId="066c60c930f0ee7e" providerId="LiveId" clId="{F4F1AB15-4B12-4C7A-A7EC-7648ACBA0A6D}" dt="2026-01-19T10:25:35.622" v="1832" actId="26606"/>
          <ac:spMkLst>
            <pc:docMk/>
            <pc:sldMk cId="1270980704" sldId="262"/>
            <ac:spMk id="3" creationId="{47FF99AE-04F1-3BE5-768E-F0E7965FED37}"/>
          </ac:spMkLst>
        </pc:spChg>
        <pc:spChg chg="add mod">
          <ac:chgData name="Sara Milla" userId="066c60c930f0ee7e" providerId="LiveId" clId="{F4F1AB15-4B12-4C7A-A7EC-7648ACBA0A6D}" dt="2026-01-19T11:06:09.801" v="2206"/>
          <ac:spMkLst>
            <pc:docMk/>
            <pc:sldMk cId="1270980704" sldId="262"/>
            <ac:spMk id="4" creationId="{DDC44225-C945-15F2-3768-5958AA25CB52}"/>
          </ac:spMkLst>
        </pc:spChg>
        <pc:spChg chg="add">
          <ac:chgData name="Sara Milla" userId="066c60c930f0ee7e" providerId="LiveId" clId="{F4F1AB15-4B12-4C7A-A7EC-7648ACBA0A6D}" dt="2026-01-19T10:25:35.622" v="1832" actId="26606"/>
          <ac:spMkLst>
            <pc:docMk/>
            <pc:sldMk cId="1270980704" sldId="262"/>
            <ac:spMk id="15" creationId="{743AA782-23D1-4521-8CAD-47662984AA08}"/>
          </ac:spMkLst>
        </pc:spChg>
        <pc:spChg chg="add">
          <ac:chgData name="Sara Milla" userId="066c60c930f0ee7e" providerId="LiveId" clId="{F4F1AB15-4B12-4C7A-A7EC-7648ACBA0A6D}" dt="2026-01-19T10:25:35.622" v="1832" actId="26606"/>
          <ac:spMkLst>
            <pc:docMk/>
            <pc:sldMk cId="1270980704" sldId="262"/>
            <ac:spMk id="17" creationId="{71877DBC-BB60-40F0-AC93-2ACDBAAE60CE}"/>
          </ac:spMkLst>
        </pc:spChg>
        <pc:picChg chg="add mod">
          <ac:chgData name="Sara Milla" userId="066c60c930f0ee7e" providerId="LiveId" clId="{F4F1AB15-4B12-4C7A-A7EC-7648ACBA0A6D}" dt="2026-01-19T10:25:35.622" v="1832" actId="26606"/>
          <ac:picMkLst>
            <pc:docMk/>
            <pc:sldMk cId="1270980704" sldId="262"/>
            <ac:picMk id="10" creationId="{BBEBC9E6-40D9-0A1A-71BB-060152B70EAF}"/>
          </ac:picMkLst>
        </pc:picChg>
      </pc:sldChg>
      <pc:sldChg chg="addSp modSp new mod modNotesTx">
        <pc:chgData name="Sara Milla" userId="066c60c930f0ee7e" providerId="LiveId" clId="{F4F1AB15-4B12-4C7A-A7EC-7648ACBA0A6D}" dt="2026-01-19T12:13:05.935" v="4132" actId="20577"/>
        <pc:sldMkLst>
          <pc:docMk/>
          <pc:sldMk cId="1796931335" sldId="263"/>
        </pc:sldMkLst>
        <pc:spChg chg="mod">
          <ac:chgData name="Sara Milla" userId="066c60c930f0ee7e" providerId="LiveId" clId="{F4F1AB15-4B12-4C7A-A7EC-7648ACBA0A6D}" dt="2026-01-19T10:44:53.045" v="1951" actId="20577"/>
          <ac:spMkLst>
            <pc:docMk/>
            <pc:sldMk cId="1796931335" sldId="263"/>
            <ac:spMk id="2" creationId="{81A1038C-944E-23BA-9BBB-1E4F47BF3AE2}"/>
          </ac:spMkLst>
        </pc:spChg>
        <pc:spChg chg="add mod">
          <ac:chgData name="Sara Milla" userId="066c60c930f0ee7e" providerId="LiveId" clId="{F4F1AB15-4B12-4C7A-A7EC-7648ACBA0A6D}" dt="2026-01-19T11:05:53.970" v="2199"/>
          <ac:spMkLst>
            <pc:docMk/>
            <pc:sldMk cId="1796931335" sldId="263"/>
            <ac:spMk id="4" creationId="{2B91D750-A761-B260-CE3D-4796F694441C}"/>
          </ac:spMkLst>
        </pc:spChg>
      </pc:sldChg>
      <pc:sldChg chg="addSp delSp modSp new mod setBg modNotesTx">
        <pc:chgData name="Sara Milla" userId="066c60c930f0ee7e" providerId="LiveId" clId="{F4F1AB15-4B12-4C7A-A7EC-7648ACBA0A6D}" dt="2026-01-19T11:15:08.185" v="2631" actId="20577"/>
        <pc:sldMkLst>
          <pc:docMk/>
          <pc:sldMk cId="3308203391" sldId="264"/>
        </pc:sldMkLst>
        <pc:spChg chg="mod">
          <ac:chgData name="Sara Milla" userId="066c60c930f0ee7e" providerId="LiveId" clId="{F4F1AB15-4B12-4C7A-A7EC-7648ACBA0A6D}" dt="2026-01-19T11:14:54.983" v="2628" actId="26606"/>
          <ac:spMkLst>
            <pc:docMk/>
            <pc:sldMk cId="3308203391" sldId="264"/>
            <ac:spMk id="2" creationId="{6CA95D13-99BC-AC33-C905-71E7D164076E}"/>
          </ac:spMkLst>
        </pc:spChg>
        <pc:spChg chg="mod">
          <ac:chgData name="Sara Milla" userId="066c60c930f0ee7e" providerId="LiveId" clId="{F4F1AB15-4B12-4C7A-A7EC-7648ACBA0A6D}" dt="2026-01-19T11:14:54.983" v="2628" actId="26606"/>
          <ac:spMkLst>
            <pc:docMk/>
            <pc:sldMk cId="3308203391" sldId="264"/>
            <ac:spMk id="3" creationId="{275A0F16-41BC-F152-9FF1-EDDA05AD6D67}"/>
          </ac:spMkLst>
        </pc:spChg>
        <pc:spChg chg="add">
          <ac:chgData name="Sara Milla" userId="066c60c930f0ee7e" providerId="LiveId" clId="{F4F1AB15-4B12-4C7A-A7EC-7648ACBA0A6D}" dt="2026-01-19T10:53:41.971" v="2011"/>
          <ac:spMkLst>
            <pc:docMk/>
            <pc:sldMk cId="3308203391" sldId="264"/>
            <ac:spMk id="4" creationId="{15EDFA6E-F358-46FA-9652-ABCE1670986C}"/>
          </ac:spMkLst>
        </pc:spChg>
        <pc:spChg chg="add del mod">
          <ac:chgData name="Sara Milla" userId="066c60c930f0ee7e" providerId="LiveId" clId="{F4F1AB15-4B12-4C7A-A7EC-7648ACBA0A6D}" dt="2026-01-19T11:06:20.611" v="2211" actId="478"/>
          <ac:spMkLst>
            <pc:docMk/>
            <pc:sldMk cId="3308203391" sldId="264"/>
            <ac:spMk id="7" creationId="{05E76312-A297-9DA6-1CB8-B6BA061D555B}"/>
          </ac:spMkLst>
        </pc:spChg>
        <pc:spChg chg="add mod">
          <ac:chgData name="Sara Milla" userId="066c60c930f0ee7e" providerId="LiveId" clId="{F4F1AB15-4B12-4C7A-A7EC-7648ACBA0A6D}" dt="2026-01-19T11:15:08.185" v="2631" actId="20577"/>
          <ac:spMkLst>
            <pc:docMk/>
            <pc:sldMk cId="3308203391" sldId="264"/>
            <ac:spMk id="8" creationId="{FB026F92-6EEB-A8EE-E868-5DDDF34102CC}"/>
          </ac:spMkLst>
        </pc:spChg>
        <pc:spChg chg="add">
          <ac:chgData name="Sara Milla" userId="066c60c930f0ee7e" providerId="LiveId" clId="{F4F1AB15-4B12-4C7A-A7EC-7648ACBA0A6D}" dt="2026-01-19T11:14:54.983" v="2628" actId="26606"/>
          <ac:spMkLst>
            <pc:docMk/>
            <pc:sldMk cId="3308203391" sldId="264"/>
            <ac:spMk id="11" creationId="{743AA782-23D1-4521-8CAD-47662984AA08}"/>
          </ac:spMkLst>
        </pc:spChg>
        <pc:spChg chg="add">
          <ac:chgData name="Sara Milla" userId="066c60c930f0ee7e" providerId="LiveId" clId="{F4F1AB15-4B12-4C7A-A7EC-7648ACBA0A6D}" dt="2026-01-19T11:14:54.983" v="2628" actId="26606"/>
          <ac:spMkLst>
            <pc:docMk/>
            <pc:sldMk cId="3308203391" sldId="264"/>
            <ac:spMk id="13" creationId="{71877DBC-BB60-40F0-AC93-2ACDBAAE60CE}"/>
          </ac:spMkLst>
        </pc:spChg>
        <pc:picChg chg="add mod">
          <ac:chgData name="Sara Milla" userId="066c60c930f0ee7e" providerId="LiveId" clId="{F4F1AB15-4B12-4C7A-A7EC-7648ACBA0A6D}" dt="2026-01-19T11:14:54.983" v="2628" actId="26606"/>
          <ac:picMkLst>
            <pc:docMk/>
            <pc:sldMk cId="3308203391" sldId="264"/>
            <ac:picMk id="6" creationId="{96A3E634-FD8D-7278-FA9F-6F9A5D8BE59E}"/>
          </ac:picMkLst>
        </pc:picChg>
      </pc:sldChg>
      <pc:sldChg chg="addSp modSp new mod setBg modNotesTx">
        <pc:chgData name="Sara Milla" userId="066c60c930f0ee7e" providerId="LiveId" clId="{F4F1AB15-4B12-4C7A-A7EC-7648ACBA0A6D}" dt="2026-01-19T11:43:17.273" v="3305" actId="20577"/>
        <pc:sldMkLst>
          <pc:docMk/>
          <pc:sldMk cId="3258828436" sldId="265"/>
        </pc:sldMkLst>
        <pc:spChg chg="mod">
          <ac:chgData name="Sara Milla" userId="066c60c930f0ee7e" providerId="LiveId" clId="{F4F1AB15-4B12-4C7A-A7EC-7648ACBA0A6D}" dt="2026-01-19T11:22:03.657" v="2880" actId="26606"/>
          <ac:spMkLst>
            <pc:docMk/>
            <pc:sldMk cId="3258828436" sldId="265"/>
            <ac:spMk id="2" creationId="{85301961-14EC-337F-D4F9-4B52C75EE635}"/>
          </ac:spMkLst>
        </pc:spChg>
        <pc:spChg chg="mod">
          <ac:chgData name="Sara Milla" userId="066c60c930f0ee7e" providerId="LiveId" clId="{F4F1AB15-4B12-4C7A-A7EC-7648ACBA0A6D}" dt="2026-01-19T11:22:50.838" v="2935" actId="1036"/>
          <ac:spMkLst>
            <pc:docMk/>
            <pc:sldMk cId="3258828436" sldId="265"/>
            <ac:spMk id="3" creationId="{D0414EF2-2A8A-D4FA-D919-678A4FAF477E}"/>
          </ac:spMkLst>
        </pc:spChg>
        <pc:spChg chg="add mod">
          <ac:chgData name="Sara Milla" userId="066c60c930f0ee7e" providerId="LiveId" clId="{F4F1AB15-4B12-4C7A-A7EC-7648ACBA0A6D}" dt="2026-01-19T11:24:18.760" v="3011" actId="20577"/>
          <ac:spMkLst>
            <pc:docMk/>
            <pc:sldMk cId="3258828436" sldId="265"/>
            <ac:spMk id="6" creationId="{90D28675-3077-749F-1211-A01A13AF1673}"/>
          </ac:spMkLst>
        </pc:spChg>
        <pc:spChg chg="add">
          <ac:chgData name="Sara Milla" userId="066c60c930f0ee7e" providerId="LiveId" clId="{F4F1AB15-4B12-4C7A-A7EC-7648ACBA0A6D}" dt="2026-01-19T11:22:03.657" v="2880" actId="26606"/>
          <ac:spMkLst>
            <pc:docMk/>
            <pc:sldMk cId="3258828436" sldId="265"/>
            <ac:spMk id="10" creationId="{32AEEBC8-9D30-42EF-95F2-386C2653FBF0}"/>
          </ac:spMkLst>
        </pc:spChg>
        <pc:spChg chg="add">
          <ac:chgData name="Sara Milla" userId="066c60c930f0ee7e" providerId="LiveId" clId="{F4F1AB15-4B12-4C7A-A7EC-7648ACBA0A6D}" dt="2026-01-19T11:22:03.657" v="2880" actId="26606"/>
          <ac:spMkLst>
            <pc:docMk/>
            <pc:sldMk cId="3258828436" sldId="265"/>
            <ac:spMk id="12" creationId="{2E92FA66-67D7-4CB4-94D3-E643A9AD4757}"/>
          </ac:spMkLst>
        </pc:spChg>
        <pc:picChg chg="add mod">
          <ac:chgData name="Sara Milla" userId="066c60c930f0ee7e" providerId="LiveId" clId="{F4F1AB15-4B12-4C7A-A7EC-7648ACBA0A6D}" dt="2026-01-19T11:22:03.657" v="2880" actId="26606"/>
          <ac:picMkLst>
            <pc:docMk/>
            <pc:sldMk cId="3258828436" sldId="265"/>
            <ac:picMk id="5" creationId="{C0FDDF11-907D-F5D4-2265-184F2F23EFE6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2:03:13.196" v="3895" actId="20577"/>
        <pc:sldMkLst>
          <pc:docMk/>
          <pc:sldMk cId="3030064665" sldId="266"/>
        </pc:sldMkLst>
        <pc:spChg chg="mod">
          <ac:chgData name="Sara Milla" userId="066c60c930f0ee7e" providerId="LiveId" clId="{F4F1AB15-4B12-4C7A-A7EC-7648ACBA0A6D}" dt="2026-01-19T11:56:02.873" v="3625" actId="26606"/>
          <ac:spMkLst>
            <pc:docMk/>
            <pc:sldMk cId="3030064665" sldId="266"/>
            <ac:spMk id="2" creationId="{C86DFC63-0624-2481-0010-5BA2E65A722D}"/>
          </ac:spMkLst>
        </pc:spChg>
        <pc:spChg chg="add del mod">
          <ac:chgData name="Sara Milla" userId="066c60c930f0ee7e" providerId="LiveId" clId="{F4F1AB15-4B12-4C7A-A7EC-7648ACBA0A6D}" dt="2026-01-19T12:02:34.244" v="3892" actId="27636"/>
          <ac:spMkLst>
            <pc:docMk/>
            <pc:sldMk cId="3030064665" sldId="266"/>
            <ac:spMk id="3" creationId="{018F8599-5BF5-3346-205E-77994D68F28E}"/>
          </ac:spMkLst>
        </pc:spChg>
        <pc:spChg chg="add del mod">
          <ac:chgData name="Sara Milla" userId="066c60c930f0ee7e" providerId="LiveId" clId="{F4F1AB15-4B12-4C7A-A7EC-7648ACBA0A6D}" dt="2026-01-19T11:49:59.666" v="3441" actId="478"/>
          <ac:spMkLst>
            <pc:docMk/>
            <pc:sldMk cId="3030064665" sldId="266"/>
            <ac:spMk id="4" creationId="{58AD8F40-802B-EBCD-AC84-9EC9CAC0B8F7}"/>
          </ac:spMkLst>
        </pc:spChg>
        <pc:spChg chg="add mod">
          <ac:chgData name="Sara Milla" userId="066c60c930f0ee7e" providerId="LiveId" clId="{F4F1AB15-4B12-4C7A-A7EC-7648ACBA0A6D}" dt="2026-01-19T11:46:36.046" v="3369" actId="21"/>
          <ac:spMkLst>
            <pc:docMk/>
            <pc:sldMk cId="3030064665" sldId="266"/>
            <ac:spMk id="5" creationId="{56D966B0-E652-5FF4-8DB5-70D10FB5C3B7}"/>
          </ac:spMkLst>
        </pc:spChg>
        <pc:spChg chg="add mod">
          <ac:chgData name="Sara Milla" userId="066c60c930f0ee7e" providerId="LiveId" clId="{F4F1AB15-4B12-4C7A-A7EC-7648ACBA0A6D}" dt="2026-01-19T12:03:13.196" v="3895" actId="20577"/>
          <ac:spMkLst>
            <pc:docMk/>
            <pc:sldMk cId="3030064665" sldId="266"/>
            <ac:spMk id="6" creationId="{976A0857-53CA-1A0C-90E4-D6B3165F5186}"/>
          </ac:spMkLst>
        </pc:spChg>
        <pc:spChg chg="add">
          <ac:chgData name="Sara Milla" userId="066c60c930f0ee7e" providerId="LiveId" clId="{F4F1AB15-4B12-4C7A-A7EC-7648ACBA0A6D}" dt="2026-01-19T11:56:02.873" v="3625" actId="26606"/>
          <ac:spMkLst>
            <pc:docMk/>
            <pc:sldMk cId="3030064665" sldId="266"/>
            <ac:spMk id="8" creationId="{777A147A-9ED8-46B4-8660-1B3C2AA880B5}"/>
          </ac:spMkLst>
        </pc:spChg>
        <pc:spChg chg="add">
          <ac:chgData name="Sara Milla" userId="066c60c930f0ee7e" providerId="LiveId" clId="{F4F1AB15-4B12-4C7A-A7EC-7648ACBA0A6D}" dt="2026-01-19T11:56:02.873" v="3625" actId="26606"/>
          <ac:spMkLst>
            <pc:docMk/>
            <pc:sldMk cId="3030064665" sldId="266"/>
            <ac:spMk id="10" creationId="{5D6C15A0-C087-4593-8414-2B4EC1CDC3DE}"/>
          </ac:spMkLst>
        </pc:spChg>
      </pc:sldChg>
      <pc:sldChg chg="addSp delSp modSp new mod modNotesTx">
        <pc:chgData name="Sara Milla" userId="066c60c930f0ee7e" providerId="LiveId" clId="{F4F1AB15-4B12-4C7A-A7EC-7648ACBA0A6D}" dt="2026-01-19T12:11:56.921" v="4058" actId="20577"/>
        <pc:sldMkLst>
          <pc:docMk/>
          <pc:sldMk cId="3049233966" sldId="267"/>
        </pc:sldMkLst>
        <pc:spChg chg="mod">
          <ac:chgData name="Sara Milla" userId="066c60c930f0ee7e" providerId="LiveId" clId="{F4F1AB15-4B12-4C7A-A7EC-7648ACBA0A6D}" dt="2026-01-19T11:44:23.784" v="3347" actId="20577"/>
          <ac:spMkLst>
            <pc:docMk/>
            <pc:sldMk cId="3049233966" sldId="267"/>
            <ac:spMk id="2" creationId="{6E44DD43-14E6-6721-842B-25088DAF30A0}"/>
          </ac:spMkLst>
        </pc:spChg>
        <pc:spChg chg="add del mod">
          <ac:chgData name="Sara Milla" userId="066c60c930f0ee7e" providerId="LiveId" clId="{F4F1AB15-4B12-4C7A-A7EC-7648ACBA0A6D}" dt="2026-01-19T12:09:55.868" v="4035" actId="26606"/>
          <ac:spMkLst>
            <pc:docMk/>
            <pc:sldMk cId="3049233966" sldId="267"/>
            <ac:spMk id="3" creationId="{3AEC759F-34EA-7475-4CB4-B2BDD77F8237}"/>
          </ac:spMkLst>
        </pc:spChg>
        <pc:spChg chg="add mod">
          <ac:chgData name="Sara Milla" userId="066c60c930f0ee7e" providerId="LiveId" clId="{F4F1AB15-4B12-4C7A-A7EC-7648ACBA0A6D}" dt="2026-01-19T12:06:11.926" v="3897"/>
          <ac:spMkLst>
            <pc:docMk/>
            <pc:sldMk cId="3049233966" sldId="267"/>
            <ac:spMk id="4" creationId="{BA744FC8-FD75-B14B-2F26-6BFE9F52D0CD}"/>
          </ac:spMkLst>
        </pc:spChg>
        <pc:graphicFrameChg chg="add">
          <ac:chgData name="Sara Milla" userId="066c60c930f0ee7e" providerId="LiveId" clId="{F4F1AB15-4B12-4C7A-A7EC-7648ACBA0A6D}" dt="2026-01-19T12:09:55.868" v="4035" actId="26606"/>
          <ac:graphicFrameMkLst>
            <pc:docMk/>
            <pc:sldMk cId="3049233966" sldId="267"/>
            <ac:graphicFrameMk id="5" creationId="{43838CAD-413F-571F-87F8-9F4E0EA5AF04}"/>
          </ac:graphicFrameMkLst>
        </pc:graphicFrameChg>
      </pc:sldChg>
      <pc:sldChg chg="addSp modSp new mod setBg modNotesTx">
        <pc:chgData name="Sara Milla" userId="066c60c930f0ee7e" providerId="LiveId" clId="{F4F1AB15-4B12-4C7A-A7EC-7648ACBA0A6D}" dt="2026-01-19T11:13:22.806" v="2618" actId="26606"/>
        <pc:sldMkLst>
          <pc:docMk/>
          <pc:sldMk cId="1036047592" sldId="268"/>
        </pc:sldMkLst>
        <pc:spChg chg="mod">
          <ac:chgData name="Sara Milla" userId="066c60c930f0ee7e" providerId="LiveId" clId="{F4F1AB15-4B12-4C7A-A7EC-7648ACBA0A6D}" dt="2026-01-19T11:13:22.806" v="2618" actId="26606"/>
          <ac:spMkLst>
            <pc:docMk/>
            <pc:sldMk cId="1036047592" sldId="268"/>
            <ac:spMk id="2" creationId="{08AEF6FC-C114-87B6-21A0-77CB10113B9B}"/>
          </ac:spMkLst>
        </pc:spChg>
        <pc:spChg chg="mod">
          <ac:chgData name="Sara Milla" userId="066c60c930f0ee7e" providerId="LiveId" clId="{F4F1AB15-4B12-4C7A-A7EC-7648ACBA0A6D}" dt="2026-01-19T11:13:22.806" v="2618" actId="26606"/>
          <ac:spMkLst>
            <pc:docMk/>
            <pc:sldMk cId="1036047592" sldId="268"/>
            <ac:spMk id="3" creationId="{04F3BBF0-6BEC-4406-2B49-B0B26C985A24}"/>
          </ac:spMkLst>
        </pc:spChg>
        <pc:spChg chg="add mod ord">
          <ac:chgData name="Sara Milla" userId="066c60c930f0ee7e" providerId="LiveId" clId="{F4F1AB15-4B12-4C7A-A7EC-7648ACBA0A6D}" dt="2026-01-19T11:13:22.806" v="2618" actId="26606"/>
          <ac:spMkLst>
            <pc:docMk/>
            <pc:sldMk cId="1036047592" sldId="268"/>
            <ac:spMk id="4" creationId="{8A785BEE-4899-FCE5-D6D7-16940488ACFC}"/>
          </ac:spMkLst>
        </pc:spChg>
        <pc:spChg chg="add">
          <ac:chgData name="Sara Milla" userId="066c60c930f0ee7e" providerId="LiveId" clId="{F4F1AB15-4B12-4C7A-A7EC-7648ACBA0A6D}" dt="2026-01-19T11:09:10.146" v="2394"/>
          <ac:spMkLst>
            <pc:docMk/>
            <pc:sldMk cId="1036047592" sldId="268"/>
            <ac:spMk id="5" creationId="{571EE8DC-F1D6-DEF6-1F21-216ED5FEE6B1}"/>
          </ac:spMkLst>
        </pc:spChg>
        <pc:spChg chg="add">
          <ac:chgData name="Sara Milla" userId="066c60c930f0ee7e" providerId="LiveId" clId="{F4F1AB15-4B12-4C7A-A7EC-7648ACBA0A6D}" dt="2026-01-19T11:09:22.956" v="2410"/>
          <ac:spMkLst>
            <pc:docMk/>
            <pc:sldMk cId="1036047592" sldId="268"/>
            <ac:spMk id="6" creationId="{9CA8820D-780B-FA97-5293-1351FBBB738B}"/>
          </ac:spMkLst>
        </pc:spChg>
        <pc:spChg chg="add">
          <ac:chgData name="Sara Milla" userId="066c60c930f0ee7e" providerId="LiveId" clId="{F4F1AB15-4B12-4C7A-A7EC-7648ACBA0A6D}" dt="2026-01-19T11:13:22.806" v="2618" actId="26606"/>
          <ac:spMkLst>
            <pc:docMk/>
            <pc:sldMk cId="1036047592" sldId="268"/>
            <ac:spMk id="13" creationId="{743AA782-23D1-4521-8CAD-47662984AA08}"/>
          </ac:spMkLst>
        </pc:spChg>
        <pc:spChg chg="add">
          <ac:chgData name="Sara Milla" userId="066c60c930f0ee7e" providerId="LiveId" clId="{F4F1AB15-4B12-4C7A-A7EC-7648ACBA0A6D}" dt="2026-01-19T11:13:22.806" v="2618" actId="26606"/>
          <ac:spMkLst>
            <pc:docMk/>
            <pc:sldMk cId="1036047592" sldId="268"/>
            <ac:spMk id="15" creationId="{71877DBC-BB60-40F0-AC93-2ACDBAAE60CE}"/>
          </ac:spMkLst>
        </pc:spChg>
        <pc:picChg chg="add mod">
          <ac:chgData name="Sara Milla" userId="066c60c930f0ee7e" providerId="LiveId" clId="{F4F1AB15-4B12-4C7A-A7EC-7648ACBA0A6D}" dt="2026-01-19T11:13:22.806" v="2618" actId="26606"/>
          <ac:picMkLst>
            <pc:docMk/>
            <pc:sldMk cId="1036047592" sldId="268"/>
            <ac:picMk id="8" creationId="{8C6D9607-5DDE-8518-4D08-FAA94CE8546F}"/>
          </ac:picMkLst>
        </pc:picChg>
      </pc:sldChg>
      <pc:sldChg chg="new del">
        <pc:chgData name="Sara Milla" userId="066c60c930f0ee7e" providerId="LiveId" clId="{F4F1AB15-4B12-4C7A-A7EC-7648ACBA0A6D}" dt="2026-01-19T10:51:27.109" v="1954" actId="47"/>
        <pc:sldMkLst>
          <pc:docMk/>
          <pc:sldMk cId="850038110" sldId="269"/>
        </pc:sldMkLst>
      </pc:sldChg>
      <pc:sldChg chg="addSp modSp new mod setBg modNotesTx">
        <pc:chgData name="Sara Milla" userId="066c60c930f0ee7e" providerId="LiveId" clId="{F4F1AB15-4B12-4C7A-A7EC-7648ACBA0A6D}" dt="2026-01-19T11:43:13.304" v="3299" actId="20577"/>
        <pc:sldMkLst>
          <pc:docMk/>
          <pc:sldMk cId="4031366469" sldId="269"/>
        </pc:sldMkLst>
        <pc:spChg chg="mod">
          <ac:chgData name="Sara Milla" userId="066c60c930f0ee7e" providerId="LiveId" clId="{F4F1AB15-4B12-4C7A-A7EC-7648ACBA0A6D}" dt="2026-01-19T11:15:36.701" v="2632" actId="26606"/>
          <ac:spMkLst>
            <pc:docMk/>
            <pc:sldMk cId="4031366469" sldId="269"/>
            <ac:spMk id="2" creationId="{0C1EFBD6-DA44-68E5-BD31-F57DA0692C2C}"/>
          </ac:spMkLst>
        </pc:spChg>
        <pc:spChg chg="mod">
          <ac:chgData name="Sara Milla" userId="066c60c930f0ee7e" providerId="LiveId" clId="{F4F1AB15-4B12-4C7A-A7EC-7648ACBA0A6D}" dt="2026-01-19T11:15:36.701" v="2632" actId="26606"/>
          <ac:spMkLst>
            <pc:docMk/>
            <pc:sldMk cId="4031366469" sldId="269"/>
            <ac:spMk id="3" creationId="{359D7942-EBA3-DF7D-1296-AD564926B66F}"/>
          </ac:spMkLst>
        </pc:spChg>
        <pc:spChg chg="add mod">
          <ac:chgData name="Sara Milla" userId="066c60c930f0ee7e" providerId="LiveId" clId="{F4F1AB15-4B12-4C7A-A7EC-7648ACBA0A6D}" dt="2026-01-19T11:15:43.299" v="2635" actId="20577"/>
          <ac:spMkLst>
            <pc:docMk/>
            <pc:sldMk cId="4031366469" sldId="269"/>
            <ac:spMk id="6" creationId="{B16A8C43-F557-CFE6-EEB1-8B80B2226717}"/>
          </ac:spMkLst>
        </pc:spChg>
        <pc:spChg chg="add">
          <ac:chgData name="Sara Milla" userId="066c60c930f0ee7e" providerId="LiveId" clId="{F4F1AB15-4B12-4C7A-A7EC-7648ACBA0A6D}" dt="2026-01-19T11:15:36.701" v="2632" actId="26606"/>
          <ac:spMkLst>
            <pc:docMk/>
            <pc:sldMk cId="4031366469" sldId="269"/>
            <ac:spMk id="10" creationId="{743AA782-23D1-4521-8CAD-47662984AA08}"/>
          </ac:spMkLst>
        </pc:spChg>
        <pc:spChg chg="add">
          <ac:chgData name="Sara Milla" userId="066c60c930f0ee7e" providerId="LiveId" clId="{F4F1AB15-4B12-4C7A-A7EC-7648ACBA0A6D}" dt="2026-01-19T11:15:36.701" v="2632" actId="26606"/>
          <ac:spMkLst>
            <pc:docMk/>
            <pc:sldMk cId="4031366469" sldId="269"/>
            <ac:spMk id="12" creationId="{71877DBC-BB60-40F0-AC93-2ACDBAAE60CE}"/>
          </ac:spMkLst>
        </pc:spChg>
        <pc:picChg chg="add mod">
          <ac:chgData name="Sara Milla" userId="066c60c930f0ee7e" providerId="LiveId" clId="{F4F1AB15-4B12-4C7A-A7EC-7648ACBA0A6D}" dt="2026-01-19T11:15:36.701" v="2632" actId="26606"/>
          <ac:picMkLst>
            <pc:docMk/>
            <pc:sldMk cId="4031366469" sldId="269"/>
            <ac:picMk id="5" creationId="{15F311B7-3143-9CB6-A080-903A17F585C7}"/>
          </ac:picMkLst>
        </pc:picChg>
      </pc:sldChg>
      <pc:sldChg chg="addSp modSp new mod setBg">
        <pc:chgData name="Sara Milla" userId="066c60c930f0ee7e" providerId="LiveId" clId="{F4F1AB15-4B12-4C7A-A7EC-7648ACBA0A6D}" dt="2026-01-19T12:10:26.281" v="4038" actId="26606"/>
        <pc:sldMkLst>
          <pc:docMk/>
          <pc:sldMk cId="1247218905" sldId="270"/>
        </pc:sldMkLst>
        <pc:spChg chg="mod">
          <ac:chgData name="Sara Milla" userId="066c60c930f0ee7e" providerId="LiveId" clId="{F4F1AB15-4B12-4C7A-A7EC-7648ACBA0A6D}" dt="2026-01-19T12:10:26.281" v="4038" actId="26606"/>
          <ac:spMkLst>
            <pc:docMk/>
            <pc:sldMk cId="1247218905" sldId="270"/>
            <ac:spMk id="2" creationId="{71408F8E-5321-A53A-5646-DF8AB58996ED}"/>
          </ac:spMkLst>
        </pc:spChg>
        <pc:spChg chg="mod">
          <ac:chgData name="Sara Milla" userId="066c60c930f0ee7e" providerId="LiveId" clId="{F4F1AB15-4B12-4C7A-A7EC-7648ACBA0A6D}" dt="2026-01-19T12:10:26.281" v="4038" actId="26606"/>
          <ac:spMkLst>
            <pc:docMk/>
            <pc:sldMk cId="1247218905" sldId="270"/>
            <ac:spMk id="3" creationId="{FD1B7114-A0DF-C78E-73C8-79D9E1AF1FB4}"/>
          </ac:spMkLst>
        </pc:spChg>
        <pc:spChg chg="add">
          <ac:chgData name="Sara Milla" userId="066c60c930f0ee7e" providerId="LiveId" clId="{F4F1AB15-4B12-4C7A-A7EC-7648ACBA0A6D}" dt="2026-01-19T12:10:26.281" v="4038" actId="26606"/>
          <ac:spMkLst>
            <pc:docMk/>
            <pc:sldMk cId="1247218905" sldId="270"/>
            <ac:spMk id="8" creationId="{100EDD19-6802-4EC3-95CE-CFFAB042CFD6}"/>
          </ac:spMkLst>
        </pc:spChg>
        <pc:spChg chg="add">
          <ac:chgData name="Sara Milla" userId="066c60c930f0ee7e" providerId="LiveId" clId="{F4F1AB15-4B12-4C7A-A7EC-7648ACBA0A6D}" dt="2026-01-19T12:10:26.281" v="4038" actId="26606"/>
          <ac:spMkLst>
            <pc:docMk/>
            <pc:sldMk cId="1247218905" sldId="270"/>
            <ac:spMk id="10" creationId="{DB17E863-922E-4C26-BD64-E8FD41D28661}"/>
          </ac:spMkLst>
        </pc:spChg>
      </pc:sldChg>
      <pc:sldChg chg="new del">
        <pc:chgData name="Sara Milla" userId="066c60c930f0ee7e" providerId="LiveId" clId="{F4F1AB15-4B12-4C7A-A7EC-7648ACBA0A6D}" dt="2026-01-19T11:24:24.226" v="3012" actId="47"/>
        <pc:sldMkLst>
          <pc:docMk/>
          <pc:sldMk cId="1092440856" sldId="271"/>
        </pc:sldMkLst>
      </pc:sldChg>
      <pc:sldChg chg="addSp delSp modSp new del mod">
        <pc:chgData name="Sara Milla" userId="066c60c930f0ee7e" providerId="LiveId" clId="{F4F1AB15-4B12-4C7A-A7EC-7648ACBA0A6D}" dt="2026-01-19T11:36:16.471" v="3289" actId="47"/>
        <pc:sldMkLst>
          <pc:docMk/>
          <pc:sldMk cId="3706102956" sldId="272"/>
        </pc:sldMkLst>
        <pc:spChg chg="mod">
          <ac:chgData name="Sara Milla" userId="066c60c930f0ee7e" providerId="LiveId" clId="{F4F1AB15-4B12-4C7A-A7EC-7648ACBA0A6D}" dt="2026-01-19T11:23:24.433" v="2990" actId="20577"/>
          <ac:spMkLst>
            <pc:docMk/>
            <pc:sldMk cId="3706102956" sldId="272"/>
            <ac:spMk id="2" creationId="{8B616BC2-FC5E-2C16-DD8F-B0E723542D84}"/>
          </ac:spMkLst>
        </pc:spChg>
        <pc:spChg chg="del mod">
          <ac:chgData name="Sara Milla" userId="066c60c930f0ee7e" providerId="LiveId" clId="{F4F1AB15-4B12-4C7A-A7EC-7648ACBA0A6D}" dt="2026-01-19T11:27:40.640" v="3192" actId="478"/>
          <ac:spMkLst>
            <pc:docMk/>
            <pc:sldMk cId="3706102956" sldId="272"/>
            <ac:spMk id="3" creationId="{24EFBD90-C222-3F78-3842-C23A3849A0C5}"/>
          </ac:spMkLst>
        </pc:spChg>
        <pc:spChg chg="add del mod">
          <ac:chgData name="Sara Milla" userId="066c60c930f0ee7e" providerId="LiveId" clId="{F4F1AB15-4B12-4C7A-A7EC-7648ACBA0A6D}" dt="2026-01-19T11:27:51.667" v="3193"/>
          <ac:spMkLst>
            <pc:docMk/>
            <pc:sldMk cId="3706102956" sldId="272"/>
            <ac:spMk id="5" creationId="{8D411559-4BA7-F5A9-49D8-8065E0ED92AD}"/>
          </ac:spMkLst>
        </pc:spChg>
        <pc:picChg chg="add mod">
          <ac:chgData name="Sara Milla" userId="066c60c930f0ee7e" providerId="LiveId" clId="{F4F1AB15-4B12-4C7A-A7EC-7648ACBA0A6D}" dt="2026-01-19T11:27:55.243" v="3195" actId="1076"/>
          <ac:picMkLst>
            <pc:docMk/>
            <pc:sldMk cId="3706102956" sldId="272"/>
            <ac:picMk id="7" creationId="{AD3E2654-5560-4815-F5D9-33D297E15929}"/>
          </ac:picMkLst>
        </pc:picChg>
        <pc:picChg chg="add mod">
          <ac:chgData name="Sara Milla" userId="066c60c930f0ee7e" providerId="LiveId" clId="{F4F1AB15-4B12-4C7A-A7EC-7648ACBA0A6D}" dt="2026-01-19T11:28:09.947" v="3198" actId="1076"/>
          <ac:picMkLst>
            <pc:docMk/>
            <pc:sldMk cId="3706102956" sldId="272"/>
            <ac:picMk id="9" creationId="{2A485D57-AAA0-E5DF-9ADB-55109092F906}"/>
          </ac:picMkLst>
        </pc:picChg>
        <pc:picChg chg="add mod">
          <ac:chgData name="Sara Milla" userId="066c60c930f0ee7e" providerId="LiveId" clId="{F4F1AB15-4B12-4C7A-A7EC-7648ACBA0A6D}" dt="2026-01-19T11:28:46.023" v="3205" actId="1076"/>
          <ac:picMkLst>
            <pc:docMk/>
            <pc:sldMk cId="3706102956" sldId="272"/>
            <ac:picMk id="11" creationId="{11949916-B618-6FAB-8D59-041DC698A07E}"/>
          </ac:picMkLst>
        </pc:picChg>
        <pc:picChg chg="add mod">
          <ac:chgData name="Sara Milla" userId="066c60c930f0ee7e" providerId="LiveId" clId="{F4F1AB15-4B12-4C7A-A7EC-7648ACBA0A6D}" dt="2026-01-19T11:28:47.129" v="3206" actId="1076"/>
          <ac:picMkLst>
            <pc:docMk/>
            <pc:sldMk cId="3706102956" sldId="272"/>
            <ac:picMk id="13" creationId="{8101D244-0C26-5F08-2FE0-38F76BAEA14F}"/>
          </ac:picMkLst>
        </pc:picChg>
      </pc:sldChg>
      <pc:sldChg chg="addSp delSp modSp new mod setBg modNotesTx">
        <pc:chgData name="Sara Milla" userId="066c60c930f0ee7e" providerId="LiveId" clId="{F4F1AB15-4B12-4C7A-A7EC-7648ACBA0A6D}" dt="2026-01-19T11:43:20.632" v="3311" actId="20577"/>
        <pc:sldMkLst>
          <pc:docMk/>
          <pc:sldMk cId="58580335" sldId="273"/>
        </pc:sldMkLst>
        <pc:spChg chg="mod">
          <ac:chgData name="Sara Milla" userId="066c60c930f0ee7e" providerId="LiveId" clId="{F4F1AB15-4B12-4C7A-A7EC-7648ACBA0A6D}" dt="2026-01-19T11:30:05.596" v="3210" actId="26606"/>
          <ac:spMkLst>
            <pc:docMk/>
            <pc:sldMk cId="58580335" sldId="273"/>
            <ac:spMk id="2" creationId="{D1A21345-B767-01B9-AA4F-D606A632A44B}"/>
          </ac:spMkLst>
        </pc:spChg>
        <pc:spChg chg="add mod">
          <ac:chgData name="Sara Milla" userId="066c60c930f0ee7e" providerId="LiveId" clId="{F4F1AB15-4B12-4C7A-A7EC-7648ACBA0A6D}" dt="2026-01-19T11:36:22.250" v="3290"/>
          <ac:spMkLst>
            <pc:docMk/>
            <pc:sldMk cId="58580335" sldId="273"/>
            <ac:spMk id="7" creationId="{FFB6C456-2199-C095-AFE7-0EEBECCE9461}"/>
          </ac:spMkLst>
        </pc:spChg>
        <pc:spChg chg="add del">
          <ac:chgData name="Sara Milla" userId="066c60c930f0ee7e" providerId="LiveId" clId="{F4F1AB15-4B12-4C7A-A7EC-7648ACBA0A6D}" dt="2026-01-19T11:34:50.850" v="3261" actId="26606"/>
          <ac:spMkLst>
            <pc:docMk/>
            <pc:sldMk cId="58580335" sldId="273"/>
            <ac:spMk id="11" creationId="{6570CC06-DB21-401C-BCF8-AAC5FF550D29}"/>
          </ac:spMkLst>
        </pc:spChg>
        <pc:spChg chg="add del">
          <ac:chgData name="Sara Milla" userId="066c60c930f0ee7e" providerId="LiveId" clId="{F4F1AB15-4B12-4C7A-A7EC-7648ACBA0A6D}" dt="2026-01-19T11:34:50.850" v="3261" actId="26606"/>
          <ac:spMkLst>
            <pc:docMk/>
            <pc:sldMk cId="58580335" sldId="273"/>
            <ac:spMk id="13" creationId="{15B998FC-4B98-4A07-B159-9E629180AF40}"/>
          </ac:spMkLst>
        </pc:spChg>
        <pc:spChg chg="add">
          <ac:chgData name="Sara Milla" userId="066c60c930f0ee7e" providerId="LiveId" clId="{F4F1AB15-4B12-4C7A-A7EC-7648ACBA0A6D}" dt="2026-01-19T11:34:50.850" v="3261" actId="26606"/>
          <ac:spMkLst>
            <pc:docMk/>
            <pc:sldMk cId="58580335" sldId="273"/>
            <ac:spMk id="18" creationId="{6570CC06-DB21-401C-BCF8-AAC5FF550D29}"/>
          </ac:spMkLst>
        </pc:spChg>
        <pc:spChg chg="add">
          <ac:chgData name="Sara Milla" userId="066c60c930f0ee7e" providerId="LiveId" clId="{F4F1AB15-4B12-4C7A-A7EC-7648ACBA0A6D}" dt="2026-01-19T11:34:50.850" v="3261" actId="26606"/>
          <ac:spMkLst>
            <pc:docMk/>
            <pc:sldMk cId="58580335" sldId="273"/>
            <ac:spMk id="20" creationId="{15B998FC-4B98-4A07-B159-9E629180AF40}"/>
          </ac:spMkLst>
        </pc:spChg>
        <pc:picChg chg="add mod ord modCrop">
          <ac:chgData name="Sara Milla" userId="066c60c930f0ee7e" providerId="LiveId" clId="{F4F1AB15-4B12-4C7A-A7EC-7648ACBA0A6D}" dt="2026-01-19T11:35:19.337" v="3266" actId="14100"/>
          <ac:picMkLst>
            <pc:docMk/>
            <pc:sldMk cId="58580335" sldId="273"/>
            <ac:picMk id="3" creationId="{16A40CA1-8C32-86E0-310A-BF784CD895CA}"/>
          </ac:picMkLst>
        </pc:picChg>
        <pc:picChg chg="add mod ord modCrop">
          <ac:chgData name="Sara Milla" userId="066c60c930f0ee7e" providerId="LiveId" clId="{F4F1AB15-4B12-4C7A-A7EC-7648ACBA0A6D}" dt="2026-01-19T11:35:56.970" v="3281" actId="14100"/>
          <ac:picMkLst>
            <pc:docMk/>
            <pc:sldMk cId="58580335" sldId="273"/>
            <ac:picMk id="4" creationId="{33AE02A5-0ECB-81D7-9707-4E373E13A244}"/>
          </ac:picMkLst>
        </pc:picChg>
        <pc:picChg chg="add mod modCrop">
          <ac:chgData name="Sara Milla" userId="066c60c930f0ee7e" providerId="LiveId" clId="{F4F1AB15-4B12-4C7A-A7EC-7648ACBA0A6D}" dt="2026-01-19T11:35:14.701" v="3262" actId="14100"/>
          <ac:picMkLst>
            <pc:docMk/>
            <pc:sldMk cId="58580335" sldId="273"/>
            <ac:picMk id="5" creationId="{70A8F033-C654-653F-E53C-0D5552C7F3EC}"/>
          </ac:picMkLst>
        </pc:picChg>
        <pc:picChg chg="add mod modCrop">
          <ac:chgData name="Sara Milla" userId="066c60c930f0ee7e" providerId="LiveId" clId="{F4F1AB15-4B12-4C7A-A7EC-7648ACBA0A6D}" dt="2026-01-19T11:36:06.874" v="3288" actId="1035"/>
          <ac:picMkLst>
            <pc:docMk/>
            <pc:sldMk cId="58580335" sldId="273"/>
            <ac:picMk id="6" creationId="{A582BFFB-344C-B767-1143-F501FA006BAD}"/>
          </ac:picMkLst>
        </pc:picChg>
      </pc:sldChg>
      <pc:sldChg chg="addSp modSp new mod setBg modNotesTx">
        <pc:chgData name="Sara Milla" userId="066c60c930f0ee7e" providerId="LiveId" clId="{F4F1AB15-4B12-4C7A-A7EC-7648ACBA0A6D}" dt="2026-01-19T12:13:52.141" v="4173" actId="1035"/>
        <pc:sldMkLst>
          <pc:docMk/>
          <pc:sldMk cId="4153315893" sldId="274"/>
        </pc:sldMkLst>
        <pc:spChg chg="mod">
          <ac:chgData name="Sara Milla" userId="066c60c930f0ee7e" providerId="LiveId" clId="{F4F1AB15-4B12-4C7A-A7EC-7648ACBA0A6D}" dt="2026-01-19T12:10:09.093" v="4036" actId="26606"/>
          <ac:spMkLst>
            <pc:docMk/>
            <pc:sldMk cId="4153315893" sldId="274"/>
            <ac:spMk id="2" creationId="{66F5F5D2-C9CD-EB4E-7B93-4EDF70521350}"/>
          </ac:spMkLst>
        </pc:spChg>
        <pc:spChg chg="mod">
          <ac:chgData name="Sara Milla" userId="066c60c930f0ee7e" providerId="LiveId" clId="{F4F1AB15-4B12-4C7A-A7EC-7648ACBA0A6D}" dt="2026-01-19T12:13:52.141" v="4173" actId="1035"/>
          <ac:spMkLst>
            <pc:docMk/>
            <pc:sldMk cId="4153315893" sldId="274"/>
            <ac:spMk id="3" creationId="{695ED321-32D5-D17F-67A8-FDFE1448DCC0}"/>
          </ac:spMkLst>
        </pc:spChg>
        <pc:spChg chg="add">
          <ac:chgData name="Sara Milla" userId="066c60c930f0ee7e" providerId="LiveId" clId="{F4F1AB15-4B12-4C7A-A7EC-7648ACBA0A6D}" dt="2026-01-19T12:10:09.093" v="4036" actId="26606"/>
          <ac:spMkLst>
            <pc:docMk/>
            <pc:sldMk cId="4153315893" sldId="274"/>
            <ac:spMk id="9" creationId="{9F7D5CDA-D291-4307-BF55-1381FED29634}"/>
          </ac:spMkLst>
        </pc:spChg>
        <pc:picChg chg="add">
          <ac:chgData name="Sara Milla" userId="066c60c930f0ee7e" providerId="LiveId" clId="{F4F1AB15-4B12-4C7A-A7EC-7648ACBA0A6D}" dt="2026-01-19T12:10:09.093" v="4036" actId="26606"/>
          <ac:picMkLst>
            <pc:docMk/>
            <pc:sldMk cId="4153315893" sldId="274"/>
            <ac:picMk id="5" creationId="{7671CE00-ED12-D1B0-0F22-E291873BF30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B125FE-749C-4405-8044-47597781EDD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FFCC29-E2BB-46D7-B360-CDFF2E79EF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Lockdowns are effective but only </a:t>
          </a:r>
          <a:r>
            <a:rPr lang="en-US" b="1"/>
            <a:t>delay</a:t>
          </a:r>
          <a:r>
            <a:rPr lang="en-US"/>
            <a:t> the epidemic; they cannot prevent resurgence once lifted</a:t>
          </a:r>
        </a:p>
      </dgm:t>
    </dgm:pt>
    <dgm:pt modelId="{C762ECC1-90DC-41FD-945A-8FE6D4C920C8}" type="parTrans" cxnId="{7396B29A-8CEF-4110-BC28-91E892FD6F17}">
      <dgm:prSet/>
      <dgm:spPr/>
      <dgm:t>
        <a:bodyPr/>
        <a:lstStyle/>
        <a:p>
          <a:endParaRPr lang="en-US"/>
        </a:p>
      </dgm:t>
    </dgm:pt>
    <dgm:pt modelId="{90D60FAB-FDC9-4E16-8D5B-9201D8A2921D}" type="sibTrans" cxnId="{7396B29A-8CEF-4110-BC28-91E892FD6F1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659DA8-3C9B-4A9C-83B6-49DDDEF7F7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Vaccination is the </a:t>
          </a:r>
          <a:r>
            <a:rPr lang="en-US" b="1"/>
            <a:t>long-term intervention </a:t>
          </a:r>
          <a:r>
            <a:rPr lang="en-US"/>
            <a:t>to permanently lower transmission and healthcare burden</a:t>
          </a:r>
        </a:p>
      </dgm:t>
    </dgm:pt>
    <dgm:pt modelId="{51E3471B-65AC-4EBF-A26F-423423DD67E5}" type="parTrans" cxnId="{4FB498C0-F184-454E-AC34-F5A6B918D470}">
      <dgm:prSet/>
      <dgm:spPr/>
      <dgm:t>
        <a:bodyPr/>
        <a:lstStyle/>
        <a:p>
          <a:endParaRPr lang="en-US"/>
        </a:p>
      </dgm:t>
    </dgm:pt>
    <dgm:pt modelId="{294D702C-C52A-482B-A904-2882441A0E22}" type="sibTrans" cxnId="{4FB498C0-F184-454E-AC34-F5A6B918D4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872846-CF25-4001-983D-AF625EA349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Rollout speed is a critical factor</a:t>
          </a:r>
          <a:r>
            <a:rPr lang="en-US"/>
            <a:t>: slow vaccination fails to outpace the virus, while fast rollout suppresses the second wave</a:t>
          </a:r>
        </a:p>
      </dgm:t>
    </dgm:pt>
    <dgm:pt modelId="{43057D78-1164-45C4-A0BB-7262B5142E9F}" type="parTrans" cxnId="{6432662D-DDFD-49CA-8EC8-492172E7EA10}">
      <dgm:prSet/>
      <dgm:spPr/>
      <dgm:t>
        <a:bodyPr/>
        <a:lstStyle/>
        <a:p>
          <a:endParaRPr lang="en-US"/>
        </a:p>
      </dgm:t>
    </dgm:pt>
    <dgm:pt modelId="{CD3312B9-6693-4755-BF20-5829FB41488D}" type="sibTrans" cxnId="{6432662D-DDFD-49CA-8EC8-492172E7EA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1E5C18-2859-4949-ABD4-06FD0226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Safety Threshold: </a:t>
          </a:r>
          <a:r>
            <a:rPr lang="en-US" b="1"/>
            <a:t>~67% coverage (37.5M people)</a:t>
          </a:r>
          <a:r>
            <a:rPr lang="en-US"/>
            <a:t> is required to guarantee ICU safety with </a:t>
          </a:r>
          <a:r>
            <a:rPr lang="en-US" i="1"/>
            <a:t>zero</a:t>
          </a:r>
          <a:r>
            <a:rPr lang="en-US"/>
            <a:t> restrictions</a:t>
          </a:r>
        </a:p>
      </dgm:t>
    </dgm:pt>
    <dgm:pt modelId="{A7086A01-EFAF-4418-BA9F-BF40676BF207}" type="parTrans" cxnId="{2E1B3C8C-8B3C-4117-874C-832AE366E08D}">
      <dgm:prSet/>
      <dgm:spPr/>
      <dgm:t>
        <a:bodyPr/>
        <a:lstStyle/>
        <a:p>
          <a:endParaRPr lang="en-US"/>
        </a:p>
      </dgm:t>
    </dgm:pt>
    <dgm:pt modelId="{4DC107E8-A171-47C2-A3B4-C25754FBF4C2}" type="sibTrans" cxnId="{2E1B3C8C-8B3C-4117-874C-832AE366E08D}">
      <dgm:prSet/>
      <dgm:spPr/>
      <dgm:t>
        <a:bodyPr/>
        <a:lstStyle/>
        <a:p>
          <a:endParaRPr lang="en-US"/>
        </a:p>
      </dgm:t>
    </dgm:pt>
    <dgm:pt modelId="{620BA08E-BF88-4AAE-B0AA-7FA685125AF8}" type="pres">
      <dgm:prSet presAssocID="{5FB125FE-749C-4405-8044-47597781EDDB}" presName="root" presStyleCnt="0">
        <dgm:presLayoutVars>
          <dgm:dir/>
          <dgm:resizeHandles val="exact"/>
        </dgm:presLayoutVars>
      </dgm:prSet>
      <dgm:spPr/>
    </dgm:pt>
    <dgm:pt modelId="{70D34E17-8748-4994-9633-881994261065}" type="pres">
      <dgm:prSet presAssocID="{5FB125FE-749C-4405-8044-47597781EDDB}" presName="container" presStyleCnt="0">
        <dgm:presLayoutVars>
          <dgm:dir/>
          <dgm:resizeHandles val="exact"/>
        </dgm:presLayoutVars>
      </dgm:prSet>
      <dgm:spPr/>
    </dgm:pt>
    <dgm:pt modelId="{55F44BCF-3B32-44C6-95B3-35604756D809}" type="pres">
      <dgm:prSet presAssocID="{B0FFCC29-E2BB-46D7-B360-CDFF2E79EFD6}" presName="compNode" presStyleCnt="0"/>
      <dgm:spPr/>
    </dgm:pt>
    <dgm:pt modelId="{0D9AE48A-296F-4DC7-8644-2C4F504E3679}" type="pres">
      <dgm:prSet presAssocID="{B0FFCC29-E2BB-46D7-B360-CDFF2E79EFD6}" presName="iconBgRect" presStyleLbl="bgShp" presStyleIdx="0" presStyleCnt="4"/>
      <dgm:spPr/>
    </dgm:pt>
    <dgm:pt modelId="{6E1D609D-89F3-4AB7-8BBB-96569B9C2F0C}" type="pres">
      <dgm:prSet presAssocID="{B0FFCC29-E2BB-46D7-B360-CDFF2E79EF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C6A5688A-CFC4-4825-8069-CC9C2501EE91}" type="pres">
      <dgm:prSet presAssocID="{B0FFCC29-E2BB-46D7-B360-CDFF2E79EFD6}" presName="spaceRect" presStyleCnt="0"/>
      <dgm:spPr/>
    </dgm:pt>
    <dgm:pt modelId="{39E31846-E425-4EFB-A407-88E9EE02D9C5}" type="pres">
      <dgm:prSet presAssocID="{B0FFCC29-E2BB-46D7-B360-CDFF2E79EFD6}" presName="textRect" presStyleLbl="revTx" presStyleIdx="0" presStyleCnt="4">
        <dgm:presLayoutVars>
          <dgm:chMax val="1"/>
          <dgm:chPref val="1"/>
        </dgm:presLayoutVars>
      </dgm:prSet>
      <dgm:spPr/>
    </dgm:pt>
    <dgm:pt modelId="{0F4D0E36-9F1E-4813-9DE0-CF72E0093F13}" type="pres">
      <dgm:prSet presAssocID="{90D60FAB-FDC9-4E16-8D5B-9201D8A2921D}" presName="sibTrans" presStyleLbl="sibTrans2D1" presStyleIdx="0" presStyleCnt="0"/>
      <dgm:spPr/>
    </dgm:pt>
    <dgm:pt modelId="{59B1D472-C2C5-4993-A377-09EE307C9085}" type="pres">
      <dgm:prSet presAssocID="{7B659DA8-3C9B-4A9C-83B6-49DDDEF7F75C}" presName="compNode" presStyleCnt="0"/>
      <dgm:spPr/>
    </dgm:pt>
    <dgm:pt modelId="{0DFB0DF0-E65C-4B60-938D-6314EEEE8DFA}" type="pres">
      <dgm:prSet presAssocID="{7B659DA8-3C9B-4A9C-83B6-49DDDEF7F75C}" presName="iconBgRect" presStyleLbl="bgShp" presStyleIdx="1" presStyleCnt="4"/>
      <dgm:spPr/>
    </dgm:pt>
    <dgm:pt modelId="{3A1A6F87-3EEB-47E2-A318-4A3E6E1B9EFB}" type="pres">
      <dgm:prSet presAssocID="{7B659DA8-3C9B-4A9C-83B6-49DDDEF7F75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3B6FC023-250F-46E4-AA4D-4B650F144ECE}" type="pres">
      <dgm:prSet presAssocID="{7B659DA8-3C9B-4A9C-83B6-49DDDEF7F75C}" presName="spaceRect" presStyleCnt="0"/>
      <dgm:spPr/>
    </dgm:pt>
    <dgm:pt modelId="{693794D1-2176-4F14-8433-CF34E56812BD}" type="pres">
      <dgm:prSet presAssocID="{7B659DA8-3C9B-4A9C-83B6-49DDDEF7F75C}" presName="textRect" presStyleLbl="revTx" presStyleIdx="1" presStyleCnt="4">
        <dgm:presLayoutVars>
          <dgm:chMax val="1"/>
          <dgm:chPref val="1"/>
        </dgm:presLayoutVars>
      </dgm:prSet>
      <dgm:spPr/>
    </dgm:pt>
    <dgm:pt modelId="{E29FACCB-58A9-476A-850D-39403E76A907}" type="pres">
      <dgm:prSet presAssocID="{294D702C-C52A-482B-A904-2882441A0E22}" presName="sibTrans" presStyleLbl="sibTrans2D1" presStyleIdx="0" presStyleCnt="0"/>
      <dgm:spPr/>
    </dgm:pt>
    <dgm:pt modelId="{DD15ECFB-367C-46D3-AB09-E004855840E7}" type="pres">
      <dgm:prSet presAssocID="{65872846-CF25-4001-983D-AF625EA349A9}" presName="compNode" presStyleCnt="0"/>
      <dgm:spPr/>
    </dgm:pt>
    <dgm:pt modelId="{40F7ED10-BC80-498A-B437-2EF1EDAF45A9}" type="pres">
      <dgm:prSet presAssocID="{65872846-CF25-4001-983D-AF625EA349A9}" presName="iconBgRect" presStyleLbl="bgShp" presStyleIdx="2" presStyleCnt="4"/>
      <dgm:spPr/>
    </dgm:pt>
    <dgm:pt modelId="{DEAA7255-BF53-4AAF-A88D-E4D2AA1344F4}" type="pres">
      <dgm:prSet presAssocID="{65872846-CF25-4001-983D-AF625EA349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9F002344-EDD8-48CB-B80B-D2B4EDF829A7}" type="pres">
      <dgm:prSet presAssocID="{65872846-CF25-4001-983D-AF625EA349A9}" presName="spaceRect" presStyleCnt="0"/>
      <dgm:spPr/>
    </dgm:pt>
    <dgm:pt modelId="{CBED5DAE-C30F-4E62-A907-B93B1C0D69D5}" type="pres">
      <dgm:prSet presAssocID="{65872846-CF25-4001-983D-AF625EA349A9}" presName="textRect" presStyleLbl="revTx" presStyleIdx="2" presStyleCnt="4">
        <dgm:presLayoutVars>
          <dgm:chMax val="1"/>
          <dgm:chPref val="1"/>
        </dgm:presLayoutVars>
      </dgm:prSet>
      <dgm:spPr/>
    </dgm:pt>
    <dgm:pt modelId="{5EC4D7F9-B462-4E0E-AC42-B07ADD1A503D}" type="pres">
      <dgm:prSet presAssocID="{CD3312B9-6693-4755-BF20-5829FB41488D}" presName="sibTrans" presStyleLbl="sibTrans2D1" presStyleIdx="0" presStyleCnt="0"/>
      <dgm:spPr/>
    </dgm:pt>
    <dgm:pt modelId="{FEA8BCDC-E6B9-4564-A40C-869C7DF39923}" type="pres">
      <dgm:prSet presAssocID="{F51E5C18-2859-4949-ABD4-06FD0226E074}" presName="compNode" presStyleCnt="0"/>
      <dgm:spPr/>
    </dgm:pt>
    <dgm:pt modelId="{52F24113-58A2-4E45-9775-ED1F63F4DB87}" type="pres">
      <dgm:prSet presAssocID="{F51E5C18-2859-4949-ABD4-06FD0226E074}" presName="iconBgRect" presStyleLbl="bgShp" presStyleIdx="3" presStyleCnt="4"/>
      <dgm:spPr/>
    </dgm:pt>
    <dgm:pt modelId="{C144CB2C-6FD9-453B-8C2C-1BD94ECA09B2}" type="pres">
      <dgm:prSet presAssocID="{F51E5C18-2859-4949-ABD4-06FD0226E0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E6E85057-A80C-4EBF-AD98-E92BABB94DBD}" type="pres">
      <dgm:prSet presAssocID="{F51E5C18-2859-4949-ABD4-06FD0226E074}" presName="spaceRect" presStyleCnt="0"/>
      <dgm:spPr/>
    </dgm:pt>
    <dgm:pt modelId="{A4F7834B-3B3D-42BE-BE90-3274661B3F27}" type="pres">
      <dgm:prSet presAssocID="{F51E5C18-2859-4949-ABD4-06FD0226E0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9298811-BA5A-4782-9362-16640B08CAC4}" type="presOf" srcId="{294D702C-C52A-482B-A904-2882441A0E22}" destId="{E29FACCB-58A9-476A-850D-39403E76A907}" srcOrd="0" destOrd="0" presId="urn:microsoft.com/office/officeart/2018/2/layout/IconCircleList"/>
    <dgm:cxn modelId="{0F9C9F1C-BA17-45A7-BEC3-0B04A50718D3}" type="presOf" srcId="{B0FFCC29-E2BB-46D7-B360-CDFF2E79EFD6}" destId="{39E31846-E425-4EFB-A407-88E9EE02D9C5}" srcOrd="0" destOrd="0" presId="urn:microsoft.com/office/officeart/2018/2/layout/IconCircleList"/>
    <dgm:cxn modelId="{8DFF1320-860D-46C9-B07F-D8BA9DB1D5B1}" type="presOf" srcId="{65872846-CF25-4001-983D-AF625EA349A9}" destId="{CBED5DAE-C30F-4E62-A907-B93B1C0D69D5}" srcOrd="0" destOrd="0" presId="urn:microsoft.com/office/officeart/2018/2/layout/IconCircleList"/>
    <dgm:cxn modelId="{6432662D-DDFD-49CA-8EC8-492172E7EA10}" srcId="{5FB125FE-749C-4405-8044-47597781EDDB}" destId="{65872846-CF25-4001-983D-AF625EA349A9}" srcOrd="2" destOrd="0" parTransId="{43057D78-1164-45C4-A0BB-7262B5142E9F}" sibTransId="{CD3312B9-6693-4755-BF20-5829FB41488D}"/>
    <dgm:cxn modelId="{A88FF355-24CA-4E0F-A69D-4A4D7398596C}" type="presOf" srcId="{CD3312B9-6693-4755-BF20-5829FB41488D}" destId="{5EC4D7F9-B462-4E0E-AC42-B07ADD1A503D}" srcOrd="0" destOrd="0" presId="urn:microsoft.com/office/officeart/2018/2/layout/IconCircleList"/>
    <dgm:cxn modelId="{1052477C-4846-4A47-BCD6-64727D2E7951}" type="presOf" srcId="{F51E5C18-2859-4949-ABD4-06FD0226E074}" destId="{A4F7834B-3B3D-42BE-BE90-3274661B3F27}" srcOrd="0" destOrd="0" presId="urn:microsoft.com/office/officeart/2018/2/layout/IconCircleList"/>
    <dgm:cxn modelId="{2E1B3C8C-8B3C-4117-874C-832AE366E08D}" srcId="{5FB125FE-749C-4405-8044-47597781EDDB}" destId="{F51E5C18-2859-4949-ABD4-06FD0226E074}" srcOrd="3" destOrd="0" parTransId="{A7086A01-EFAF-4418-BA9F-BF40676BF207}" sibTransId="{4DC107E8-A171-47C2-A3B4-C25754FBF4C2}"/>
    <dgm:cxn modelId="{84473E93-7DE5-41EC-8D00-55E54F05BCDA}" type="presOf" srcId="{90D60FAB-FDC9-4E16-8D5B-9201D8A2921D}" destId="{0F4D0E36-9F1E-4813-9DE0-CF72E0093F13}" srcOrd="0" destOrd="0" presId="urn:microsoft.com/office/officeart/2018/2/layout/IconCircleList"/>
    <dgm:cxn modelId="{7396B29A-8CEF-4110-BC28-91E892FD6F17}" srcId="{5FB125FE-749C-4405-8044-47597781EDDB}" destId="{B0FFCC29-E2BB-46D7-B360-CDFF2E79EFD6}" srcOrd="0" destOrd="0" parTransId="{C762ECC1-90DC-41FD-945A-8FE6D4C920C8}" sibTransId="{90D60FAB-FDC9-4E16-8D5B-9201D8A2921D}"/>
    <dgm:cxn modelId="{29ABBEBC-2ECF-478B-B04D-242304E6D93B}" type="presOf" srcId="{5FB125FE-749C-4405-8044-47597781EDDB}" destId="{620BA08E-BF88-4AAE-B0AA-7FA685125AF8}" srcOrd="0" destOrd="0" presId="urn:microsoft.com/office/officeart/2018/2/layout/IconCircleList"/>
    <dgm:cxn modelId="{4FB498C0-F184-454E-AC34-F5A6B918D470}" srcId="{5FB125FE-749C-4405-8044-47597781EDDB}" destId="{7B659DA8-3C9B-4A9C-83B6-49DDDEF7F75C}" srcOrd="1" destOrd="0" parTransId="{51E3471B-65AC-4EBF-A26F-423423DD67E5}" sibTransId="{294D702C-C52A-482B-A904-2882441A0E22}"/>
    <dgm:cxn modelId="{643364CA-A0EC-4A25-9FD1-C08F931BC255}" type="presOf" srcId="{7B659DA8-3C9B-4A9C-83B6-49DDDEF7F75C}" destId="{693794D1-2176-4F14-8433-CF34E56812BD}" srcOrd="0" destOrd="0" presId="urn:microsoft.com/office/officeart/2018/2/layout/IconCircleList"/>
    <dgm:cxn modelId="{7F8727A5-F2B2-477A-AE93-C8BBE24704DC}" type="presParOf" srcId="{620BA08E-BF88-4AAE-B0AA-7FA685125AF8}" destId="{70D34E17-8748-4994-9633-881994261065}" srcOrd="0" destOrd="0" presId="urn:microsoft.com/office/officeart/2018/2/layout/IconCircleList"/>
    <dgm:cxn modelId="{AD3628EA-C861-4608-97FA-63D6EF32BA31}" type="presParOf" srcId="{70D34E17-8748-4994-9633-881994261065}" destId="{55F44BCF-3B32-44C6-95B3-35604756D809}" srcOrd="0" destOrd="0" presId="urn:microsoft.com/office/officeart/2018/2/layout/IconCircleList"/>
    <dgm:cxn modelId="{08B6AC5F-A7EC-42EB-84AF-732AB52F3CB8}" type="presParOf" srcId="{55F44BCF-3B32-44C6-95B3-35604756D809}" destId="{0D9AE48A-296F-4DC7-8644-2C4F504E3679}" srcOrd="0" destOrd="0" presId="urn:microsoft.com/office/officeart/2018/2/layout/IconCircleList"/>
    <dgm:cxn modelId="{F907006C-A5EF-4911-B9D7-13D4E85FC5FF}" type="presParOf" srcId="{55F44BCF-3B32-44C6-95B3-35604756D809}" destId="{6E1D609D-89F3-4AB7-8BBB-96569B9C2F0C}" srcOrd="1" destOrd="0" presId="urn:microsoft.com/office/officeart/2018/2/layout/IconCircleList"/>
    <dgm:cxn modelId="{D41D00F9-9454-40AD-9C83-0C9793B28601}" type="presParOf" srcId="{55F44BCF-3B32-44C6-95B3-35604756D809}" destId="{C6A5688A-CFC4-4825-8069-CC9C2501EE91}" srcOrd="2" destOrd="0" presId="urn:microsoft.com/office/officeart/2018/2/layout/IconCircleList"/>
    <dgm:cxn modelId="{B1C68BD2-260D-4936-8F23-DDE4C47B04ED}" type="presParOf" srcId="{55F44BCF-3B32-44C6-95B3-35604756D809}" destId="{39E31846-E425-4EFB-A407-88E9EE02D9C5}" srcOrd="3" destOrd="0" presId="urn:microsoft.com/office/officeart/2018/2/layout/IconCircleList"/>
    <dgm:cxn modelId="{910979D9-D897-4C7D-9D43-C39B29804387}" type="presParOf" srcId="{70D34E17-8748-4994-9633-881994261065}" destId="{0F4D0E36-9F1E-4813-9DE0-CF72E0093F13}" srcOrd="1" destOrd="0" presId="urn:microsoft.com/office/officeart/2018/2/layout/IconCircleList"/>
    <dgm:cxn modelId="{523915AA-1619-4F95-89B3-2C8FFAE2F121}" type="presParOf" srcId="{70D34E17-8748-4994-9633-881994261065}" destId="{59B1D472-C2C5-4993-A377-09EE307C9085}" srcOrd="2" destOrd="0" presId="urn:microsoft.com/office/officeart/2018/2/layout/IconCircleList"/>
    <dgm:cxn modelId="{6049E52E-9593-4FF5-9F2F-7C7294602EA8}" type="presParOf" srcId="{59B1D472-C2C5-4993-A377-09EE307C9085}" destId="{0DFB0DF0-E65C-4B60-938D-6314EEEE8DFA}" srcOrd="0" destOrd="0" presId="urn:microsoft.com/office/officeart/2018/2/layout/IconCircleList"/>
    <dgm:cxn modelId="{D7BF0950-9521-4BAE-BE67-51FA7306745A}" type="presParOf" srcId="{59B1D472-C2C5-4993-A377-09EE307C9085}" destId="{3A1A6F87-3EEB-47E2-A318-4A3E6E1B9EFB}" srcOrd="1" destOrd="0" presId="urn:microsoft.com/office/officeart/2018/2/layout/IconCircleList"/>
    <dgm:cxn modelId="{8A013347-7D1D-460D-AFB5-77FD45C6F9E1}" type="presParOf" srcId="{59B1D472-C2C5-4993-A377-09EE307C9085}" destId="{3B6FC023-250F-46E4-AA4D-4B650F144ECE}" srcOrd="2" destOrd="0" presId="urn:microsoft.com/office/officeart/2018/2/layout/IconCircleList"/>
    <dgm:cxn modelId="{363EDBA1-10CE-4B75-AFE4-D9B2A3F7B03B}" type="presParOf" srcId="{59B1D472-C2C5-4993-A377-09EE307C9085}" destId="{693794D1-2176-4F14-8433-CF34E56812BD}" srcOrd="3" destOrd="0" presId="urn:microsoft.com/office/officeart/2018/2/layout/IconCircleList"/>
    <dgm:cxn modelId="{CAFBD8B1-2490-4B91-A8A5-D9FC6B9544BB}" type="presParOf" srcId="{70D34E17-8748-4994-9633-881994261065}" destId="{E29FACCB-58A9-476A-850D-39403E76A907}" srcOrd="3" destOrd="0" presId="urn:microsoft.com/office/officeart/2018/2/layout/IconCircleList"/>
    <dgm:cxn modelId="{8548759E-E78E-404B-A6AB-69D01BFADEB5}" type="presParOf" srcId="{70D34E17-8748-4994-9633-881994261065}" destId="{DD15ECFB-367C-46D3-AB09-E004855840E7}" srcOrd="4" destOrd="0" presId="urn:microsoft.com/office/officeart/2018/2/layout/IconCircleList"/>
    <dgm:cxn modelId="{35AD9A66-0C88-4B7C-A416-CE48A211926D}" type="presParOf" srcId="{DD15ECFB-367C-46D3-AB09-E004855840E7}" destId="{40F7ED10-BC80-498A-B437-2EF1EDAF45A9}" srcOrd="0" destOrd="0" presId="urn:microsoft.com/office/officeart/2018/2/layout/IconCircleList"/>
    <dgm:cxn modelId="{1AACC1A9-5A47-4586-BD95-0F75E6479897}" type="presParOf" srcId="{DD15ECFB-367C-46D3-AB09-E004855840E7}" destId="{DEAA7255-BF53-4AAF-A88D-E4D2AA1344F4}" srcOrd="1" destOrd="0" presId="urn:microsoft.com/office/officeart/2018/2/layout/IconCircleList"/>
    <dgm:cxn modelId="{C8B99155-3AF3-4AB0-AB24-05AE4C1C290A}" type="presParOf" srcId="{DD15ECFB-367C-46D3-AB09-E004855840E7}" destId="{9F002344-EDD8-48CB-B80B-D2B4EDF829A7}" srcOrd="2" destOrd="0" presId="urn:microsoft.com/office/officeart/2018/2/layout/IconCircleList"/>
    <dgm:cxn modelId="{BB0F37E3-7837-4F67-AC24-DEB30649D0D1}" type="presParOf" srcId="{DD15ECFB-367C-46D3-AB09-E004855840E7}" destId="{CBED5DAE-C30F-4E62-A907-B93B1C0D69D5}" srcOrd="3" destOrd="0" presId="urn:microsoft.com/office/officeart/2018/2/layout/IconCircleList"/>
    <dgm:cxn modelId="{35DF0CD8-693B-45B6-BEF8-9C42C33DAEF1}" type="presParOf" srcId="{70D34E17-8748-4994-9633-881994261065}" destId="{5EC4D7F9-B462-4E0E-AC42-B07ADD1A503D}" srcOrd="5" destOrd="0" presId="urn:microsoft.com/office/officeart/2018/2/layout/IconCircleList"/>
    <dgm:cxn modelId="{5AEF379E-2677-4D48-9F3B-FFA54C097EF1}" type="presParOf" srcId="{70D34E17-8748-4994-9633-881994261065}" destId="{FEA8BCDC-E6B9-4564-A40C-869C7DF39923}" srcOrd="6" destOrd="0" presId="urn:microsoft.com/office/officeart/2018/2/layout/IconCircleList"/>
    <dgm:cxn modelId="{597F5363-F6B8-4A12-A558-E48E93A90E3B}" type="presParOf" srcId="{FEA8BCDC-E6B9-4564-A40C-869C7DF39923}" destId="{52F24113-58A2-4E45-9775-ED1F63F4DB87}" srcOrd="0" destOrd="0" presId="urn:microsoft.com/office/officeart/2018/2/layout/IconCircleList"/>
    <dgm:cxn modelId="{4C485229-29D3-4F9A-88DA-B8728E499D1D}" type="presParOf" srcId="{FEA8BCDC-E6B9-4564-A40C-869C7DF39923}" destId="{C144CB2C-6FD9-453B-8C2C-1BD94ECA09B2}" srcOrd="1" destOrd="0" presId="urn:microsoft.com/office/officeart/2018/2/layout/IconCircleList"/>
    <dgm:cxn modelId="{E32928AC-A58A-401B-AC51-A0E3AD3C91EF}" type="presParOf" srcId="{FEA8BCDC-E6B9-4564-A40C-869C7DF39923}" destId="{E6E85057-A80C-4EBF-AD98-E92BABB94DBD}" srcOrd="2" destOrd="0" presId="urn:microsoft.com/office/officeart/2018/2/layout/IconCircleList"/>
    <dgm:cxn modelId="{E0CF4012-673A-432D-9B18-7AEF21B2A06E}" type="presParOf" srcId="{FEA8BCDC-E6B9-4564-A40C-869C7DF39923}" destId="{A4F7834B-3B3D-42BE-BE90-3274661B3F2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9AE48A-296F-4DC7-8644-2C4F504E3679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D609D-89F3-4AB7-8BBB-96569B9C2F0C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31846-E425-4EFB-A407-88E9EE02D9C5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Lockdowns are effective but only </a:t>
          </a:r>
          <a:r>
            <a:rPr lang="en-US" sz="1700" b="1" kern="1200"/>
            <a:t>delay</a:t>
          </a:r>
          <a:r>
            <a:rPr lang="en-US" sz="1700" kern="1200"/>
            <a:t> the epidemic; they cannot prevent resurgence once lifted</a:t>
          </a:r>
        </a:p>
      </dsp:txBody>
      <dsp:txXfrm>
        <a:off x="1834517" y="469890"/>
        <a:ext cx="3148942" cy="1335915"/>
      </dsp:txXfrm>
    </dsp:sp>
    <dsp:sp modelId="{0DFB0DF0-E65C-4B60-938D-6314EEEE8DFA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A6F87-3EEB-47E2-A318-4A3E6E1B9EFB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794D1-2176-4F14-8433-CF34E56812BD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Vaccination is the </a:t>
          </a:r>
          <a:r>
            <a:rPr lang="en-US" sz="1700" b="1" kern="1200"/>
            <a:t>long-term intervention </a:t>
          </a:r>
          <a:r>
            <a:rPr lang="en-US" sz="1700" kern="1200"/>
            <a:t>to permanently lower transmission and healthcare burden</a:t>
          </a:r>
        </a:p>
      </dsp:txBody>
      <dsp:txXfrm>
        <a:off x="7154322" y="469890"/>
        <a:ext cx="3148942" cy="1335915"/>
      </dsp:txXfrm>
    </dsp:sp>
    <dsp:sp modelId="{40F7ED10-BC80-498A-B437-2EF1EDAF45A9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A7255-BF53-4AAF-A88D-E4D2AA1344F4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D5DAE-C30F-4E62-A907-B93B1C0D69D5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Rollout speed is a critical factor</a:t>
          </a:r>
          <a:r>
            <a:rPr lang="en-US" sz="1700" kern="1200"/>
            <a:t>: slow vaccination fails to outpace the virus, while fast rollout suppresses the second wave</a:t>
          </a:r>
        </a:p>
      </dsp:txBody>
      <dsp:txXfrm>
        <a:off x="1834517" y="2545532"/>
        <a:ext cx="3148942" cy="1335915"/>
      </dsp:txXfrm>
    </dsp:sp>
    <dsp:sp modelId="{52F24113-58A2-4E45-9775-ED1F63F4DB8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4CB2C-6FD9-453B-8C2C-1BD94ECA09B2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7834B-3B3D-42BE-BE90-3274661B3F27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Safety Threshold: </a:t>
          </a:r>
          <a:r>
            <a:rPr lang="en-US" sz="1700" b="1" kern="1200"/>
            <a:t>~67% coverage (37.5M people)</a:t>
          </a:r>
          <a:r>
            <a:rPr lang="en-US" sz="1700" kern="1200"/>
            <a:t> is required to guarantee ICU safety with </a:t>
          </a:r>
          <a:r>
            <a:rPr lang="en-US" sz="1700" i="1" kern="1200"/>
            <a:t>zero</a:t>
          </a:r>
          <a:r>
            <a:rPr lang="en-US" sz="1700" kern="1200"/>
            <a:t> restrictions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5666E-53E5-4BB8-BD5C-B01689D8ACE6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9D913-08FD-4470-961C-0161F47A2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3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3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4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Jonas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5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3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5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90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50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-Implemented 3 dynamic events to change parameters during simulation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-prevents an immediate second wave, proving behavior is as critical as the lockdown itself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74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38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7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32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130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546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  <a:p>
            <a:r>
              <a:rPr lang="en-US" dirty="0"/>
              <a:t>-To conclude, our study demonstrates that while lockdowns are effective at quickly suppressing transmission, they are merely a delaying tactic. </a:t>
            </a:r>
          </a:p>
          <a:p>
            <a:r>
              <a:rPr lang="en-US" dirty="0"/>
              <a:t>-Vaccination is the only sustainable exit strategy. </a:t>
            </a:r>
          </a:p>
          <a:p>
            <a:r>
              <a:rPr lang="en-US" dirty="0"/>
              <a:t>-Our simulations show that speed is crucial - a slow rollout risks a severe second wave, while a fast rollout suppresses it. </a:t>
            </a:r>
          </a:p>
          <a:p>
            <a:r>
              <a:rPr lang="en-US" dirty="0"/>
              <a:t>-We found that vaccinating 67% of the population is the critical threshold to guarantee ICU safety without any restrictions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31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</a:t>
            </a:r>
          </a:p>
          <a:p>
            <a:r>
              <a:rPr lang="en-US" dirty="0"/>
              <a:t>-For future work, we suggest extending the model to include age groups, waning immunity, and looking at geographic spread and regional hotspots to better reflect long-term endemic scenarios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763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9D913-08FD-4470-961C-0161F47A24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AA4F-6243-3C44-A0CF-2A2DAD586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8EB45-6E33-4DF3-3FC3-08CDDE230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78E92-EEE7-8DCF-4ED8-A5CC5E06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D2F45-D4D3-5538-8A54-01D70FD7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6AE7-4E39-2DB6-6CE3-E55853C2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4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F733-129F-1106-E3E0-86B5C07F6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42AE-20E1-BAE8-4836-CBD7C3F74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C0F43-CCD4-448C-A8B4-87D87427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05653-7A5D-CDB3-068B-4F66CB39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7AC38-9C38-4837-E5FC-3B670A23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76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E1F4F-0721-C304-9AF0-FBF5C893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119E5-6463-4268-65FA-AE4FA323C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16D75-17F9-E129-EF42-69343A6B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D7547-83F2-DE55-40E2-E6C6D3F9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FDB6-024F-EF57-0792-FBAC215A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1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3FA6-3C7E-64D3-FACC-ADF48046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02A9-8D25-04B5-E682-613BD32B6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6DE49-E256-1844-7FB2-7C1ED394E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71767-D3C1-4D49-719C-6F2E3D51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8E310-BD72-21D6-B003-41E698B5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24A8E-893E-7CC4-4ADA-FC63D796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4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C0D2-55CA-4AF8-7543-2E6C7384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3F26E-F203-D441-10F6-7AC133507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5B565-759A-6D61-E8E9-84637EF80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E0EC8-97B2-146C-22FB-5B637173C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F95C9-B50E-ABA4-674F-4AC03319F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0AF00-FDA8-6BC4-2A42-46EAC333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EA9E2-0105-FDFD-E7E0-694A05B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3650-EB19-C37F-2EDB-4D5D1C34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1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43E3-7D23-A9A1-4B5F-E0747D3D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07414-6B67-B390-AC3C-0F157363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41E22-13F9-A9DD-2FE3-E915CE1F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7347-A0AF-8777-C8DF-3F0C0ECF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21F3E-BF33-821A-7DE3-D475592A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D04943-E3FE-7AFA-F8E4-1A789AFA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1EA75-D7CE-6F7B-EF4D-1F0B7078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2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BAF7-5E19-6071-D00C-65137C99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483EC-3C42-4B66-F55F-2A39F3D2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F465C-6475-D947-F242-24DE7756F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01541-5449-0012-AC4F-19499758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D18E1-9C77-74D1-39CE-84E0EA34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7C004-9E6A-D3E3-ACB4-7F38D827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0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1223-890C-4781-B942-B00A0B95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3FA34-FBBD-1780-5CB1-5354725A4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DC51B-3A40-08B7-2995-1268EF700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292E7-0F40-2579-3F1B-25D9840D0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F5F11-D72A-D77F-C1D5-A473FE79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2F16B-CA83-9362-FF87-3614D0F1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9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DE49-3D60-037A-E52F-C2E91D61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88743-A9DF-9143-8C3F-BF2E3A992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BA1B-3F89-60BD-9F3C-963B6192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30D55-FFBB-AB09-9BE9-40E3B479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485AF-5665-61FD-1C62-EB59A969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8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96223B-66BF-CBDF-C2A5-4D9645C04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13201-C9A5-9B6C-C922-F65A11B1F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487D5-132F-A155-4984-2F5AD458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1B09-A632-E531-B374-A1FB2CAC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C1221-E1DD-570D-D26E-3750265E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6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7F8F0-2EC5-B888-5FF9-360D91D99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40C65-CC16-BEFA-3427-1B8AE621C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46E90-9B23-6E39-AD65-C6D1C094A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0399A-6CC4-45D5-A5D2-46D4A6DDF6F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CEDB-ACAD-B1DD-7D70-A7103B462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477AA-3C3E-12B6-1A71-2A745A0867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6C490-AFB8-4193-AD8B-1334A87BEF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4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5CDA3-528C-8A64-F4FB-19771660E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SIR Model – Vaccination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2A6C9-7CF6-2E6F-2183-9EC99DAFA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872" y="1122363"/>
            <a:ext cx="3223928" cy="3980314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</a:rPr>
              <a:t>Group 20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Tania BELVEDERE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 Jonas Kruse 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Sara Milla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Marcus Pilgram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sX0" fmla="*/ 0 w 5897880"/>
              <a:gd name="csY0" fmla="*/ 0 h 18288"/>
              <a:gd name="csX1" fmla="*/ 537362 w 5897880"/>
              <a:gd name="csY1" fmla="*/ 0 h 18288"/>
              <a:gd name="csX2" fmla="*/ 1133704 w 5897880"/>
              <a:gd name="csY2" fmla="*/ 0 h 18288"/>
              <a:gd name="csX3" fmla="*/ 1671066 w 5897880"/>
              <a:gd name="csY3" fmla="*/ 0 h 18288"/>
              <a:gd name="csX4" fmla="*/ 2385365 w 5897880"/>
              <a:gd name="csY4" fmla="*/ 0 h 18288"/>
              <a:gd name="csX5" fmla="*/ 3040685 w 5897880"/>
              <a:gd name="csY5" fmla="*/ 0 h 18288"/>
              <a:gd name="csX6" fmla="*/ 3696005 w 5897880"/>
              <a:gd name="csY6" fmla="*/ 0 h 18288"/>
              <a:gd name="csX7" fmla="*/ 4469282 w 5897880"/>
              <a:gd name="csY7" fmla="*/ 0 h 18288"/>
              <a:gd name="csX8" fmla="*/ 5183581 w 5897880"/>
              <a:gd name="csY8" fmla="*/ 0 h 18288"/>
              <a:gd name="csX9" fmla="*/ 5897880 w 5897880"/>
              <a:gd name="csY9" fmla="*/ 0 h 18288"/>
              <a:gd name="csX10" fmla="*/ 5897880 w 5897880"/>
              <a:gd name="csY10" fmla="*/ 18288 h 18288"/>
              <a:gd name="csX11" fmla="*/ 5419496 w 5897880"/>
              <a:gd name="csY11" fmla="*/ 18288 h 18288"/>
              <a:gd name="csX12" fmla="*/ 4882134 w 5897880"/>
              <a:gd name="csY12" fmla="*/ 18288 h 18288"/>
              <a:gd name="csX13" fmla="*/ 4167835 w 5897880"/>
              <a:gd name="csY13" fmla="*/ 18288 h 18288"/>
              <a:gd name="csX14" fmla="*/ 3394558 w 5897880"/>
              <a:gd name="csY14" fmla="*/ 18288 h 18288"/>
              <a:gd name="csX15" fmla="*/ 2798216 w 5897880"/>
              <a:gd name="csY15" fmla="*/ 18288 h 18288"/>
              <a:gd name="csX16" fmla="*/ 2024939 w 5897880"/>
              <a:gd name="csY16" fmla="*/ 18288 h 18288"/>
              <a:gd name="csX17" fmla="*/ 1487576 w 5897880"/>
              <a:gd name="csY17" fmla="*/ 18288 h 18288"/>
              <a:gd name="csX18" fmla="*/ 1009193 w 5897880"/>
              <a:gd name="csY18" fmla="*/ 18288 h 18288"/>
              <a:gd name="csX19" fmla="*/ 0 w 5897880"/>
              <a:gd name="csY19" fmla="*/ 18288 h 18288"/>
              <a:gd name="csX20" fmla="*/ 0 w 5897880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90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EA1DB-31CE-ADD5-3C96-91FC710F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Model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4B250-27CF-E316-457F-ACCB1C516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Base Model:</a:t>
            </a:r>
            <a:r>
              <a:rPr lang="en-US" sz="2200"/>
              <a:t> Classical SIR (Susceptible-Infectious-Recovered)</a:t>
            </a:r>
          </a:p>
          <a:p>
            <a:r>
              <a:rPr lang="en-US" sz="2200"/>
              <a:t>Split the 'Infectious' compartment into three severity levels:</a:t>
            </a:r>
          </a:p>
          <a:p>
            <a:pPr lvl="1"/>
            <a:r>
              <a:rPr lang="en-US" sz="2200" b="1"/>
              <a:t>Home:</a:t>
            </a:r>
            <a:r>
              <a:rPr lang="en-US" sz="2200"/>
              <a:t> Mild cases who recover in isolation</a:t>
            </a:r>
          </a:p>
          <a:p>
            <a:pPr lvl="1"/>
            <a:r>
              <a:rPr lang="en-US" sz="2200" b="1"/>
              <a:t>Severe:</a:t>
            </a:r>
            <a:r>
              <a:rPr lang="en-US" sz="2200"/>
              <a:t> Patients requiring general hospital beds</a:t>
            </a:r>
          </a:p>
          <a:p>
            <a:pPr lvl="1"/>
            <a:r>
              <a:rPr lang="en-US" sz="2200" b="1"/>
              <a:t>Critical:</a:t>
            </a:r>
            <a:r>
              <a:rPr lang="en-US" sz="2200"/>
              <a:t> Patients requiring ICU beds</a:t>
            </a:r>
          </a:p>
          <a:p>
            <a:r>
              <a:rPr lang="en-US" sz="2200"/>
              <a:t>This allows us to track </a:t>
            </a:r>
            <a:r>
              <a:rPr lang="en-US" sz="2200" b="1"/>
              <a:t>bed occupancy </a:t>
            </a:r>
            <a:r>
              <a:rPr lang="en-US" sz="2200"/>
              <a:t>directly not just total cases</a:t>
            </a:r>
          </a:p>
          <a:p>
            <a:r>
              <a:rPr lang="en-US" sz="2200"/>
              <a:t>Added a flow from Susceptible to Vaccinated to simulate the </a:t>
            </a:r>
            <a:r>
              <a:rPr lang="en-US" sz="2200" b="1"/>
              <a:t>immunization</a:t>
            </a:r>
            <a:r>
              <a:rPr lang="en-US" sz="2200"/>
              <a:t> campaign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D3D75-60ED-241F-122E-894AA9291EAD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354505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038C-944E-23BA-9BBB-1E4F47BF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Casual Loop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7CFE4-3173-4747-72AD-1DF8F2A60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1D750-A761-B260-CE3D-4796F694441C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179693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CEFD5-8CA9-4D8E-70F6-887FCA80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Model Parameters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C62F1C-9A0C-73D6-A85C-864422741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000" dirty="0"/>
                  <a:t>Population (N): 9 Million</a:t>
                </a:r>
              </a:p>
              <a:p>
                <a:r>
                  <a:rPr lang="en-US" sz="2000" dirty="0"/>
                  <a:t>Contact Rate (c): 10 contacts/day</a:t>
                </a:r>
              </a:p>
              <a:p>
                <a:r>
                  <a:rPr lang="en-US" sz="2000" dirty="0"/>
                  <a:t>Infection Probability (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): 0.05 (5% chance per contact)</a:t>
                </a:r>
              </a:p>
              <a:p>
                <a:r>
                  <a:rPr lang="en-US" sz="2000" dirty="0"/>
                  <a:t>Clinical Severity Split (Sum = 1):</a:t>
                </a:r>
              </a:p>
              <a:p>
                <a:pPr lvl="1"/>
                <a:r>
                  <a:rPr lang="en-US" sz="2000" dirty="0"/>
                  <a:t>Mild (Home-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000" dirty="0"/>
                  <a:t>): 80% </a:t>
                </a:r>
              </a:p>
              <a:p>
                <a:pPr lvl="1"/>
                <a:r>
                  <a:rPr lang="en-US" sz="2000" dirty="0"/>
                  <a:t>Severe (Hospital-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): 15% </a:t>
                </a:r>
              </a:p>
              <a:p>
                <a:pPr lvl="1"/>
                <a:r>
                  <a:rPr lang="en-US" sz="2000" dirty="0"/>
                  <a:t>Critical (ICU-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): 5%</a:t>
                </a:r>
              </a:p>
              <a:p>
                <a:r>
                  <a:rPr lang="en-US" sz="2000" dirty="0"/>
                  <a:t>Recovery Time (</a:t>
                </a:r>
                <a:r>
                  <a:rPr lang="el-GR" sz="2000" dirty="0"/>
                  <a:t>β</a:t>
                </a:r>
                <a:r>
                  <a:rPr lang="en-US" sz="2000" dirty="0"/>
                  <a:t>): Average duration of 10 days for all compartments (</a:t>
                </a:r>
                <a:r>
                  <a:rPr lang="el-GR" sz="2000" dirty="0"/>
                  <a:t>β</a:t>
                </a:r>
                <a:r>
                  <a:rPr lang="en-US" sz="2000" dirty="0"/>
                  <a:t> = 0.10)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C62F1C-9A0C-73D6-A85C-864422741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3"/>
                <a:stretch>
                  <a:fillRect l="-1139" t="-1718"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8FE116D-917E-D2E6-A6D4-9F0D216D8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25185"/>
            <a:ext cx="5458968" cy="38076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1ED02-52FD-97C8-82FD-3C11F6D95F5A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296790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F290D-4838-7628-4381-CC0021CDC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4000"/>
              <a:t>Sensitivity Analysis 1: Contact Rates</a:t>
            </a:r>
            <a:endParaRPr lang="en-US" sz="40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D5BB-E1F8-4371-4F6F-6F89DFE6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 dirty="0"/>
              <a:t>High contact rates (c = 20) peak shifts to day 20 </a:t>
            </a:r>
          </a:p>
          <a:p>
            <a:pPr lvl="1"/>
            <a:r>
              <a:rPr lang="en-US" sz="2200"/>
              <a:t>system overwhelmed instantly</a:t>
            </a:r>
          </a:p>
          <a:p>
            <a:r>
              <a:rPr lang="en-US" sz="2200" dirty="0"/>
              <a:t>Low contact rates (c = 4) peak delayed to day 159</a:t>
            </a:r>
          </a:p>
          <a:p>
            <a:pPr lvl="1"/>
            <a:r>
              <a:rPr lang="en-US" sz="2200"/>
              <a:t> flattened curve and manageable ICU load</a:t>
            </a:r>
          </a:p>
          <a:p>
            <a:r>
              <a:rPr lang="en-US" sz="2200" dirty="0"/>
              <a:t>Contact rate drives the </a:t>
            </a:r>
            <a:r>
              <a:rPr lang="en-US" sz="2200" b="1" dirty="0"/>
              <a:t>timing</a:t>
            </a:r>
            <a:r>
              <a:rPr lang="en-US" sz="2200" dirty="0"/>
              <a:t> of the epidemic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F988ED-3F8B-C196-E5DE-C1C43EB36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840" y="609085"/>
            <a:ext cx="4014216" cy="2870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288910-5DCF-FBFB-5353-6083EFD4A5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617" y="3463394"/>
            <a:ext cx="4093997" cy="2876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057BD-1561-1AF3-80AE-77E17A39F5B8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289745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C41B4-9363-0F4D-8956-9F2EFAA3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000" dirty="0"/>
              <a:t>Sensitivity Analysis 2: Infection Probability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8C848-B642-D34A-0B3E-A979601724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000" dirty="0"/>
                  <a:t>Higher infection probability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2000" dirty="0"/>
                  <a:t> </a:t>
                </a:r>
                <a:r>
                  <a:rPr lang="en-US" sz="2000" dirty="0"/>
                  <a:t>=0.15):</a:t>
                </a:r>
              </a:p>
              <a:p>
                <a:pPr lvl="1"/>
                <a:r>
                  <a:rPr lang="en-US" sz="2000" dirty="0"/>
                  <a:t>Peak timing is earlier – Day 13</a:t>
                </a:r>
              </a:p>
              <a:p>
                <a:pPr lvl="1"/>
                <a:r>
                  <a:rPr lang="en-US" sz="2000" dirty="0"/>
                  <a:t>Home infections increase to </a:t>
                </a:r>
                <a:r>
                  <a:rPr lang="en-US" sz="2000" b="1" dirty="0"/>
                  <a:t>5.3 million</a:t>
                </a:r>
                <a:r>
                  <a:rPr lang="en-US" sz="2000" dirty="0"/>
                  <a:t> from 3.4 million in the baseline</a:t>
                </a:r>
              </a:p>
              <a:p>
                <a:pPr lvl="1"/>
                <a:r>
                  <a:rPr lang="en-US" sz="2000" b="1" dirty="0"/>
                  <a:t>Hospitalizations hit 1 million </a:t>
                </a:r>
              </a:p>
              <a:p>
                <a:pPr lvl="1"/>
                <a:r>
                  <a:rPr lang="en-US" sz="2000" dirty="0"/>
                  <a:t>High transmissibility can lead to </a:t>
                </a:r>
                <a:r>
                  <a:rPr lang="en-US" sz="2000" b="1" dirty="0"/>
                  <a:t>system failure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8C848-B642-D34A-0B3E-A97960172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3"/>
                <a:stretch>
                  <a:fillRect l="-1139" t="-1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0289A67-22F7-200A-590D-2246D137DA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59303"/>
            <a:ext cx="5458968" cy="37393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7296F1-FF47-8D08-481D-77EF49BC736F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50991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C63A2-EF98-0EEE-DE01-C3E4F564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000" dirty="0"/>
              <a:t>Sensitivity Analysis 3: Dangerous Variant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C3490-9E4E-CB57-B8F3-A6EC98310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200" dirty="0"/>
                  <a:t>Increasing the severity more people need ICU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b="0" i="1">
                        <a:latin typeface="Cambria Math" panose="02040503050406030204" pitchFamily="18" charset="0"/>
                      </a:rPr>
                      <m:t>=15%</m:t>
                    </m:r>
                  </m:oMath>
                </a14:m>
                <a:r>
                  <a:rPr lang="en-US" sz="2200" dirty="0"/>
                  <a:t> from 5%</a:t>
                </a:r>
              </a:p>
              <a:p>
                <a:r>
                  <a:rPr lang="en-US" sz="2200" dirty="0"/>
                  <a:t>Peak timing still on day 44</a:t>
                </a:r>
              </a:p>
              <a:p>
                <a:r>
                  <a:rPr lang="en-US" sz="2200" dirty="0"/>
                  <a:t>ICU demand triples – 642 K cases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C3490-9E4E-CB57-B8F3-A6EC98310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3"/>
                <a:stretch>
                  <a:fillRect l="-1519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BA4C9EA-04B0-4D2F-4405-3139992F4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45656"/>
            <a:ext cx="5458968" cy="3766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B58069-77AB-1CEE-EF1A-86BC5ED9B03F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34153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9A18B-4A70-2DF3-4C35-2D73453D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000" dirty="0"/>
              <a:t>Sensitivity Analysis 4:  Slow Recovery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F99AE-04F1-3BE5-768E-F0E7965FED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200"/>
                  <a:t>Slowing recovery 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=33 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𝑑𝑎𝑦𝑠</m:t>
                    </m:r>
                  </m:oMath>
                </a14:m>
                <a:r>
                  <a:rPr lang="en-US" sz="2200"/>
                  <a:t> </a:t>
                </a:r>
              </a:p>
              <a:p>
                <a:r>
                  <a:rPr lang="en-US" sz="2200"/>
                  <a:t>Peak timing still near day 44</a:t>
                </a:r>
              </a:p>
              <a:p>
                <a:r>
                  <a:rPr lang="en-US" sz="2200"/>
                  <a:t>Hospitalizations increase</a:t>
                </a:r>
              </a:p>
              <a:p>
                <a:r>
                  <a:rPr lang="en-US" sz="2200"/>
                  <a:t>Capacity depends on recovery/outflow </a:t>
                </a:r>
              </a:p>
              <a:p>
                <a:endParaRPr lang="en-US" sz="2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F99AE-04F1-3BE5-768E-F0E7965FE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3"/>
                <a:stretch>
                  <a:fillRect l="-1519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BEBC9E6-40D9-0A1A-71BB-060152B70E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586599"/>
            <a:ext cx="5458968" cy="3684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C44225-C945-15F2-3768-5958AA25CB52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27098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EF6FC-C114-87B6-21A0-77CB10113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Lockdown Simulation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3BBF0-6BEC-4406-2B49-B0B26C985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/>
              <a:t>Lockdown Start (Day 35): Contacts drop from 10 to 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/>
              <a:t>Relaxation (Day 55): Rules loosen </a:t>
            </a:r>
            <a:r>
              <a:rPr lang="en-US" sz="2200">
                <a:sym typeface="Wingdings" panose="05000000000000000000" pitchFamily="2" charset="2"/>
              </a:rPr>
              <a:t>&amp; contacts rise to 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>
                <a:sym typeface="Wingdings" panose="05000000000000000000" pitchFamily="2" charset="2"/>
              </a:rPr>
              <a:t>Lockdown End (Day 85): Contacts rise to 6 – people are cautious</a:t>
            </a:r>
            <a:endParaRPr lang="en-US" sz="2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6D9607-5DDE-8518-4D08-FAA94CE85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497891"/>
            <a:ext cx="5458968" cy="3862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785BEE-4899-FCE5-D6D7-16940488ACFC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036047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A95D13-99BC-AC33-C905-71E7D164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dirty="0"/>
              <a:t>Calibration of Parameters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A0F16-41BC-F152-9FF1-EDDA05AD6D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1700"/>
                  <a:t>Parameters derived from The 2020 UK "First Wave" dynamics</a:t>
                </a:r>
              </a:p>
              <a:p>
                <a:pPr marL="0" indent="0">
                  <a:buNone/>
                </a:pPr>
                <a:r>
                  <a:rPr lang="en-US" sz="1700"/>
                  <a:t>of the 2020 COVID-19 pandemic</a:t>
                </a:r>
              </a:p>
              <a:p>
                <a:pPr marL="0" indent="0">
                  <a:buNone/>
                </a:pPr>
                <a:endParaRPr lang="en-US" sz="1700"/>
              </a:p>
              <a:p>
                <a:pPr marL="0" indent="0">
                  <a:buNone/>
                </a:pPr>
                <a:r>
                  <a:rPr lang="en-US" sz="1700"/>
                  <a:t>Key Calibrated Values:</a:t>
                </a:r>
              </a:p>
              <a:p>
                <a:pPr lvl="1"/>
                <a:r>
                  <a:rPr lang="en-US" sz="1700"/>
                  <a:t>Transmission: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700" b="0" i="1">
                        <a:latin typeface="Cambria Math" panose="02040503050406030204" pitchFamily="18" charset="0"/>
                      </a:rPr>
                      <m:t>=3.0 </m:t>
                    </m:r>
                  </m:oMath>
                </a14:m>
                <a:endParaRPr lang="en-US" sz="1700" b="0"/>
              </a:p>
              <a:p>
                <a:pPr lvl="1"/>
                <a:r>
                  <a:rPr lang="en-US" sz="1700"/>
                  <a:t>Severity ratios: </a:t>
                </a:r>
              </a:p>
              <a:p>
                <a:pPr lvl="2"/>
                <a:r>
                  <a:rPr lang="en-US" sz="1700"/>
                  <a:t>Hospitalization Rate: </a:t>
                </a:r>
                <a:r>
                  <a:rPr lang="en-US" sz="1700" b="1"/>
                  <a:t>5%</a:t>
                </a:r>
                <a:r>
                  <a:rPr lang="en-US" sz="1700"/>
                  <a:t> (Aligns with observed data)</a:t>
                </a:r>
              </a:p>
              <a:p>
                <a:pPr lvl="2"/>
                <a:r>
                  <a:rPr lang="en-US" sz="1700"/>
                  <a:t>ICU Admission Rate: </a:t>
                </a:r>
                <a:r>
                  <a:rPr lang="en-US" sz="1700" b="1"/>
                  <a:t>2%</a:t>
                </a:r>
                <a:r>
                  <a:rPr lang="en-US" sz="1700"/>
                  <a:t> (Matches clinical reports)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A0F16-41BC-F152-9FF1-EDDA05AD6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3"/>
                <a:stretch>
                  <a:fillRect l="-886" t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6A3E634-FD8D-7278-FA9F-6F9A5D8BE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613893"/>
            <a:ext cx="5458968" cy="3630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026F92-6EEB-A8EE-E868-5DDDF34102CC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30820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EFBD6-DA44-68E5-BD31-F57DA069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Calibration Results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D7942-EBA3-DF7D-1296-AD564926B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The baseline model successfully reproduces the expected epidemic curve</a:t>
            </a:r>
          </a:p>
          <a:p>
            <a:r>
              <a:rPr lang="en-US" sz="2200" b="1"/>
              <a:t>Peak Timing:</a:t>
            </a:r>
            <a:r>
              <a:rPr lang="en-US" sz="2200"/>
              <a:t> Occurs between </a:t>
            </a:r>
            <a:r>
              <a:rPr lang="en-US" sz="2200" b="1"/>
              <a:t>Day 40–50</a:t>
            </a:r>
            <a:r>
              <a:rPr lang="en-US" sz="2200"/>
              <a:t>, consistent with the UK timeline</a:t>
            </a:r>
          </a:p>
          <a:p>
            <a:r>
              <a:rPr lang="en-US" sz="2200"/>
              <a:t>Lockdown Event (Day 37): flattens the curve and reduces the healthcare burden (hospital/ICU occupancy)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311B7-3143-9CB6-A080-903A17F58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409182"/>
            <a:ext cx="5458968" cy="4039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A8C43-F557-CFE6-EEB1-8B80B2226717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403136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01961-14EC-337F-D4F9-4B52C75E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700"/>
              <a:t>Vaccination Implementation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14EF2-2A8A-D4FA-D919-678A4FAF4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263439"/>
            <a:ext cx="6894576" cy="2047112"/>
          </a:xfrm>
        </p:spPr>
        <p:txBody>
          <a:bodyPr anchor="ctr">
            <a:normAutofit/>
          </a:bodyPr>
          <a:lstStyle/>
          <a:p>
            <a:r>
              <a:rPr lang="en-US" sz="2000" dirty="0"/>
              <a:t>New Flow from Susceptible </a:t>
            </a:r>
            <a:r>
              <a:rPr lang="en-US" sz="2000" dirty="0">
                <a:sym typeface="Wingdings" panose="05000000000000000000" pitchFamily="2" charset="2"/>
              </a:rPr>
              <a:t> Vaccinated</a:t>
            </a:r>
          </a:p>
          <a:p>
            <a:r>
              <a:rPr lang="en-US" sz="2000" dirty="0">
                <a:sym typeface="Wingdings" panose="05000000000000000000" pitchFamily="2" charset="2"/>
              </a:rPr>
              <a:t>Assumes vaccinated individuals exit the infection loop</a:t>
            </a:r>
          </a:p>
          <a:p>
            <a:r>
              <a:rPr lang="en-US" sz="2000" dirty="0">
                <a:sym typeface="Wingdings" panose="05000000000000000000" pitchFamily="2" charset="2"/>
              </a:rPr>
              <a:t>Max coverage limited to 70%</a:t>
            </a:r>
          </a:p>
          <a:p>
            <a:r>
              <a:rPr lang="en-US" sz="2000" dirty="0">
                <a:sym typeface="Wingdings" panose="05000000000000000000" pitchFamily="2" charset="2"/>
              </a:rPr>
              <a:t>Starts at day 200 (post-first wave)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FDDF11-907D-F5D4-2265-184F2F23E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247055"/>
            <a:ext cx="10917936" cy="20471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D28675-3077-749F-1211-A01A13AF1673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4</a:t>
            </a:r>
          </a:p>
        </p:txBody>
      </p:sp>
    </p:spTree>
    <p:extLst>
      <p:ext uri="{BB962C8B-B14F-4D97-AF65-F5344CB8AC3E}">
        <p14:creationId xmlns:p14="http://schemas.microsoft.com/office/powerpoint/2010/main" val="325882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570CC06-DB21-401C-BCF8-AAC5FF55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A21345-B767-01B9-AA4F-D606A632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3566160" cy="35803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Impact of Vaccination Rollout Speed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8F033-C654-653F-E53C-0D5552C7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8671" r="9871" b="10032"/>
          <a:stretch>
            <a:fillRect/>
          </a:stretch>
        </p:blipFill>
        <p:spPr>
          <a:xfrm>
            <a:off x="4849037" y="1244749"/>
            <a:ext cx="3413702" cy="228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AE02A5-0ECB-81D7-9707-4E373E13A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6043" r="7980" b="7142"/>
          <a:stretch>
            <a:fillRect/>
          </a:stretch>
        </p:blipFill>
        <p:spPr>
          <a:xfrm>
            <a:off x="8528734" y="1313541"/>
            <a:ext cx="3392085" cy="2286000"/>
          </a:xfrm>
          <a:prstGeom prst="rect">
            <a:avLst/>
          </a:pr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15B998FC-4B98-4A07-B159-9E629180A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4409267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16A40CA1-8C32-86E0-310A-BF784CD895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" t="3988" r="10522" b="8218"/>
          <a:stretch>
            <a:fillRect/>
          </a:stretch>
        </p:blipFill>
        <p:spPr>
          <a:xfrm>
            <a:off x="5022009" y="4215384"/>
            <a:ext cx="3357999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82BFFB-344C-B767-1143-F501FA006B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2" t="6521" r="11556" b="7093"/>
          <a:stretch>
            <a:fillRect/>
          </a:stretch>
        </p:blipFill>
        <p:spPr>
          <a:xfrm>
            <a:off x="8528736" y="4157328"/>
            <a:ext cx="3492302" cy="2377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B6C456-2199-C095-AFE7-0EEBECCE9461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4</a:t>
            </a:r>
          </a:p>
        </p:txBody>
      </p:sp>
    </p:spTree>
    <p:extLst>
      <p:ext uri="{BB962C8B-B14F-4D97-AF65-F5344CB8AC3E}">
        <p14:creationId xmlns:p14="http://schemas.microsoft.com/office/powerpoint/2010/main" val="58580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DFC63-0624-2481-0010-5BA2E65A7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Critical Vaccination Threshold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F8599-5BF5-3346-205E-77994D68F2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</p:spPr>
            <p:txBody>
              <a:bodyPr anchor="ctr"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2200" dirty="0"/>
                  <a:t>Calculate Basic Reproduction Number: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sz="1800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lang="en-US" sz="1800" dirty="0"/>
                  <a:t> is weighted average duration of infectiousness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1800" dirty="0"/>
                  <a:t>            across the three compartments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  <m:sSub>
                      <m:sSubPr>
                        <m:ctrlPr>
                          <a:rPr lang="en-US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≈3.01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200" dirty="0"/>
                  <a:t>Calculate Minimum Immunization Coverage:</a:t>
                </a:r>
              </a:p>
              <a:p>
                <a:pPr marL="0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66.8%</m:t>
                    </m:r>
                  </m:oMath>
                </a14:m>
                <a:endParaRPr lang="en-US" sz="2200" dirty="0"/>
              </a:p>
              <a:p>
                <a:pPr marL="457200" lvl="1" indent="0">
                  <a:buNone/>
                </a:pPr>
                <a:endParaRPr lang="en-US" sz="2200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sz="2200" dirty="0"/>
                  <a:t>Required Doses:</a:t>
                </a:r>
              </a:p>
              <a:p>
                <a:pPr marL="0" indent="0">
                  <a:buNone/>
                </a:pPr>
                <a:r>
                  <a:rPr lang="en-US" sz="2200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Doses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𝑃𝑜𝑝𝑢𝑙𝑎𝑡𝑖𝑜𝑛</m:t>
                    </m:r>
                    <m:r>
                      <a:rPr lang="en-US" sz="2200" b="0" i="1">
                        <a:latin typeface="Cambria Math" panose="02040503050406030204" pitchFamily="18" charset="0"/>
                      </a:rPr>
                      <m:t> ∙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1" i="1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panose="02040503050406030204" pitchFamily="18" charset="0"/>
                      </a:rPr>
                      <m:t>𝑫𝒐𝒔𝒆𝒔</m:t>
                    </m:r>
                    <m:r>
                      <a:rPr lang="en-US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𝟑𝟕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𝑴𝒊𝒍𝒍𝒊𝒐𝒏</m:t>
                    </m:r>
                  </m:oMath>
                </a14:m>
                <a:endParaRPr lang="en-US" sz="2200" b="1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F8599-5BF5-3346-205E-77994D68F2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  <a:blipFill>
                <a:blip r:embed="rId3"/>
                <a:stretch>
                  <a:fillRect l="-1371" t="-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76A0857-53CA-1A0C-90E4-D6B3165F5186}"/>
              </a:ext>
            </a:extLst>
          </p:cNvPr>
          <p:cNvSpPr txBox="1"/>
          <p:nvPr/>
        </p:nvSpPr>
        <p:spPr>
          <a:xfrm>
            <a:off x="11396333" y="6488668"/>
            <a:ext cx="79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Task 5</a:t>
            </a:r>
          </a:p>
        </p:txBody>
      </p:sp>
    </p:spTree>
    <p:extLst>
      <p:ext uri="{BB962C8B-B14F-4D97-AF65-F5344CB8AC3E}">
        <p14:creationId xmlns:p14="http://schemas.microsoft.com/office/powerpoint/2010/main" val="3030064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DD43-14E6-6721-842B-25088DAF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838CAD-413F-571F-87F8-9F4E0EA5AF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9233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5F5D2-C9CD-EB4E-7B93-4EDF7052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D321-32D5-D17F-67A8-FDFE1448D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73727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Demographics:</a:t>
            </a:r>
            <a:r>
              <a:rPr lang="en-US" sz="2400" dirty="0"/>
              <a:t> Add age-structures (young spreaders vs. elderly vulnerability)</a:t>
            </a:r>
          </a:p>
          <a:p>
            <a:r>
              <a:rPr lang="en-US" sz="2400" b="1" dirty="0"/>
              <a:t>Immunity:</a:t>
            </a:r>
            <a:r>
              <a:rPr lang="en-US" sz="2400" dirty="0"/>
              <a:t> Model waning immunity (SIRS) and booster doses</a:t>
            </a:r>
          </a:p>
          <a:p>
            <a:r>
              <a:rPr lang="en-US" sz="2400" b="1" dirty="0"/>
              <a:t>Spatial Dynamics:</a:t>
            </a:r>
            <a:r>
              <a:rPr lang="en-US" sz="2400" dirty="0"/>
              <a:t> Capture geographic spread and regional hotspots</a:t>
            </a:r>
          </a:p>
        </p:txBody>
      </p:sp>
      <p:pic>
        <p:nvPicPr>
          <p:cNvPr id="5" name="Picture 4" descr="3D rendering of game pieces tied together with a rope">
            <a:extLst>
              <a:ext uri="{FF2B5EF4-FFF2-40B4-BE49-F238E27FC236}">
                <a16:creationId xmlns:a16="http://schemas.microsoft.com/office/drawing/2014/main" id="{7671CE00-ED12-D1B0-0F22-E291873B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3" r="33963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3315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08F8E-5321-A53A-5646-DF8AB5899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Work Breakdown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7114-A0DF-C78E-73C8-79D9E1AF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Jonas: Task 1</a:t>
            </a:r>
          </a:p>
          <a:p>
            <a:pPr marL="0" indent="0">
              <a:buNone/>
            </a:pPr>
            <a:r>
              <a:rPr lang="en-US" sz="2200"/>
              <a:t>Sara: Task 2, Presentation</a:t>
            </a:r>
          </a:p>
          <a:p>
            <a:pPr marL="0" indent="0">
              <a:buNone/>
            </a:pPr>
            <a:r>
              <a:rPr lang="en-US" sz="2200"/>
              <a:t>Tania: Task 3, 5</a:t>
            </a:r>
          </a:p>
          <a:p>
            <a:pPr marL="0" indent="0">
              <a:buNone/>
            </a:pPr>
            <a:r>
              <a:rPr lang="en-US" sz="2200"/>
              <a:t>Marcus: Task 4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247218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871</Words>
  <Application>Microsoft Office PowerPoint</Application>
  <PresentationFormat>Widescreen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Office Theme</vt:lpstr>
      <vt:lpstr>SIR Model – Vaccination </vt:lpstr>
      <vt:lpstr>Model</vt:lpstr>
      <vt:lpstr>Casual Loop Diagram</vt:lpstr>
      <vt:lpstr>Model Parameters</vt:lpstr>
      <vt:lpstr>Sensitivity Analysis 1: Contact Rates</vt:lpstr>
      <vt:lpstr>Sensitivity Analysis 2: Infection Probability</vt:lpstr>
      <vt:lpstr>Sensitivity Analysis 3: Dangerous Variant</vt:lpstr>
      <vt:lpstr>Sensitivity Analysis 4:  Slow Recovery </vt:lpstr>
      <vt:lpstr>Lockdown Simulation</vt:lpstr>
      <vt:lpstr>Calibration of Parameters</vt:lpstr>
      <vt:lpstr>Calibration Results</vt:lpstr>
      <vt:lpstr>Vaccination Implementation</vt:lpstr>
      <vt:lpstr>Impact of Vaccination Rollout Speed</vt:lpstr>
      <vt:lpstr>Critical Vaccination Threshold</vt:lpstr>
      <vt:lpstr>Conclusions</vt:lpstr>
      <vt:lpstr>Outlook</vt:lpstr>
      <vt:lpstr>Work Breakdown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Milla</dc:creator>
  <cp:lastModifiedBy>Sara Milla</cp:lastModifiedBy>
  <cp:revision>1</cp:revision>
  <dcterms:created xsi:type="dcterms:W3CDTF">2026-01-17T17:42:51Z</dcterms:created>
  <dcterms:modified xsi:type="dcterms:W3CDTF">2026-01-19T12:13:57Z</dcterms:modified>
</cp:coreProperties>
</file>
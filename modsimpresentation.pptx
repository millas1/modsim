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3" r:id="rId4"/>
    <p:sldId id="260" r:id="rId5"/>
    <p:sldId id="258" r:id="rId6"/>
    <p:sldId id="259" r:id="rId7"/>
    <p:sldId id="261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51D9B0-CA9D-489C-A101-F34C0FA28820}" v="218" dt="2026-01-19T10:25:12.1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undo custSel addSld delSld modSld">
      <pc:chgData name="Sara Milla" userId="066c60c930f0ee7e" providerId="LiveId" clId="{F4F1AB15-4B12-4C7A-A7EC-7648ACBA0A6D}" dt="2026-01-19T10:30:08.220" v="1932" actId="20577"/>
      <pc:docMkLst>
        <pc:docMk/>
      </pc:docMkLst>
      <pc:sldChg chg="addSp delSp modSp new mod setBg addAnim delAnim setClrOvrMap">
        <pc:chgData name="Sara Milla" userId="066c60c930f0ee7e" providerId="LiveId" clId="{F4F1AB15-4B12-4C7A-A7EC-7648ACBA0A6D}" dt="2026-01-19T10:27:34.334" v="1854" actId="26606"/>
        <pc:sldMkLst>
          <pc:docMk/>
          <pc:sldMk cId="956990610" sldId="256"/>
        </pc:sldMkLst>
        <pc:spChg chg="mo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2" creationId="{BA65CDA3-528C-8A64-F4FB-19771660E9F0}"/>
          </ac:spMkLst>
        </pc:spChg>
        <pc:spChg chg="mo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3" creationId="{9882A6C9-7CF6-2E6F-2183-9EC99DAFAAA4}"/>
          </ac:spMkLst>
        </pc:spChg>
        <pc:spChg chg="ad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6" creationId="{9B6CD22E-2269-419F-9E81-016EA035D4C1}"/>
          </ac:spMkLst>
        </pc:spChg>
        <pc:spChg chg="ad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7" creationId="{AA607D34-E2A9-4595-9DB2-5472E077CA49}"/>
          </ac:spMkLst>
        </pc:spChg>
        <pc:spChg chg="add del">
          <ac:chgData name="Sara Milla" userId="066c60c930f0ee7e" providerId="LiveId" clId="{F4F1AB15-4B12-4C7A-A7EC-7648ACBA0A6D}" dt="2026-01-19T09:56:31.639" v="875" actId="26606"/>
          <ac:spMkLst>
            <pc:docMk/>
            <pc:sldMk cId="956990610" sldId="256"/>
            <ac:spMk id="8" creationId="{4D24BFD5-D814-402B-B6C4-EEF6AE14B0F2}"/>
          </ac:spMkLst>
        </pc:spChg>
        <pc:spChg chg="add del">
          <ac:chgData name="Sara Milla" userId="066c60c930f0ee7e" providerId="LiveId" clId="{F4F1AB15-4B12-4C7A-A7EC-7648ACBA0A6D}" dt="2026-01-19T09:56:43.797" v="879" actId="26606"/>
          <ac:spMkLst>
            <pc:docMk/>
            <pc:sldMk cId="956990610" sldId="256"/>
            <ac:spMk id="9" creationId="{71B2258F-86CA-4D4D-8270-BC05FCDEBFB3}"/>
          </ac:spMkLst>
        </pc:spChg>
        <pc:spChg chg="add del">
          <ac:chgData name="Sara Milla" userId="066c60c930f0ee7e" providerId="LiveId" clId="{F4F1AB15-4B12-4C7A-A7EC-7648ACBA0A6D}" dt="2026-01-19T09:56:31.639" v="875" actId="26606"/>
          <ac:spMkLst>
            <pc:docMk/>
            <pc:sldMk cId="956990610" sldId="256"/>
            <ac:spMk id="10" creationId="{36FED7E8-9A97-475F-9FA4-113410D4433B}"/>
          </ac:spMkLst>
        </pc:spChg>
        <pc:spChg chg="ad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11" creationId="{63DAB858-5A0C-4AFF-AAC6-705EDF8DB733}"/>
          </ac:spMkLst>
        </pc:spChg>
        <pc:spChg chg="add del">
          <ac:chgData name="Sara Milla" userId="066c60c930f0ee7e" providerId="LiveId" clId="{F4F1AB15-4B12-4C7A-A7EC-7648ACBA0A6D}" dt="2026-01-19T09:56:31.639" v="875" actId="26606"/>
          <ac:spMkLst>
            <pc:docMk/>
            <pc:sldMk cId="956990610" sldId="256"/>
            <ac:spMk id="12" creationId="{2A39B854-4B6C-4F7F-A602-6F97770CED70}"/>
          </ac:spMkLst>
        </pc:spChg>
        <pc:spChg chg="add">
          <ac:chgData name="Sara Milla" userId="066c60c930f0ee7e" providerId="LiveId" clId="{F4F1AB15-4B12-4C7A-A7EC-7648ACBA0A6D}" dt="2026-01-19T10:27:34.334" v="1854" actId="26606"/>
          <ac:spMkLst>
            <pc:docMk/>
            <pc:sldMk cId="956990610" sldId="256"/>
            <ac:spMk id="14" creationId="{8FFD9892-EDE5-4886-A313-66099DA8C8F1}"/>
          </ac:spMkLst>
        </pc:spChg>
        <pc:picChg chg="add del">
          <ac:chgData name="Sara Milla" userId="066c60c930f0ee7e" providerId="LiveId" clId="{F4F1AB15-4B12-4C7A-A7EC-7648ACBA0A6D}" dt="2026-01-19T09:56:43.797" v="879" actId="26606"/>
          <ac:picMkLst>
            <pc:docMk/>
            <pc:sldMk cId="956990610" sldId="256"/>
            <ac:picMk id="5" creationId="{21ADE584-09D7-F989-3E98-FD68F83813E7}"/>
          </ac:picMkLst>
        </pc:picChg>
      </pc:sldChg>
      <pc:sldChg chg="addSp delSp modSp new mod setBg">
        <pc:chgData name="Sara Milla" userId="066c60c930f0ee7e" providerId="LiveId" clId="{F4F1AB15-4B12-4C7A-A7EC-7648ACBA0A6D}" dt="2026-01-19T10:27:41.062" v="1855" actId="26606"/>
        <pc:sldMkLst>
          <pc:docMk/>
          <pc:sldMk cId="3545057740" sldId="257"/>
        </pc:sldMkLst>
        <pc:spChg chg="mod">
          <ac:chgData name="Sara Milla" userId="066c60c930f0ee7e" providerId="LiveId" clId="{F4F1AB15-4B12-4C7A-A7EC-7648ACBA0A6D}" dt="2026-01-19T10:27:41.062" v="1855" actId="26606"/>
          <ac:spMkLst>
            <pc:docMk/>
            <pc:sldMk cId="3545057740" sldId="257"/>
            <ac:spMk id="2" creationId="{7ABEA1DB-31CE-ADD5-3C96-91FC710F091D}"/>
          </ac:spMkLst>
        </pc:spChg>
        <pc:spChg chg="add del mod">
          <ac:chgData name="Sara Milla" userId="066c60c930f0ee7e" providerId="LiveId" clId="{F4F1AB15-4B12-4C7A-A7EC-7648ACBA0A6D}" dt="2026-01-19T10:27:41.062" v="1855" actId="26606"/>
          <ac:spMkLst>
            <pc:docMk/>
            <pc:sldMk cId="3545057740" sldId="257"/>
            <ac:spMk id="3" creationId="{CC24B250-27CF-E316-457F-ACCB1C516E12}"/>
          </ac:spMkLst>
        </pc:spChg>
        <pc:spChg chg="add">
          <ac:chgData name="Sara Milla" userId="066c60c930f0ee7e" providerId="LiveId" clId="{F4F1AB15-4B12-4C7A-A7EC-7648ACBA0A6D}" dt="2026-01-19T10:27:41.062" v="1855" actId="26606"/>
          <ac:spMkLst>
            <pc:docMk/>
            <pc:sldMk cId="3545057740" sldId="257"/>
            <ac:spMk id="8" creationId="{100EDD19-6802-4EC3-95CE-CFFAB042CFD6}"/>
          </ac:spMkLst>
        </pc:spChg>
        <pc:spChg chg="add">
          <ac:chgData name="Sara Milla" userId="066c60c930f0ee7e" providerId="LiveId" clId="{F4F1AB15-4B12-4C7A-A7EC-7648ACBA0A6D}" dt="2026-01-19T10:27:41.062" v="1855" actId="26606"/>
          <ac:spMkLst>
            <pc:docMk/>
            <pc:sldMk cId="3545057740" sldId="257"/>
            <ac:spMk id="10" creationId="{DB17E863-922E-4C26-BD64-E8FD41D28661}"/>
          </ac:spMkLst>
        </pc:spChg>
      </pc:sldChg>
      <pc:sldChg chg="addSp delSp modSp new mod setBg modNotesTx">
        <pc:chgData name="Sara Milla" userId="066c60c930f0ee7e" providerId="LiveId" clId="{F4F1AB15-4B12-4C7A-A7EC-7648ACBA0A6D}" dt="2026-01-19T10:28:14.251" v="1876" actId="20577"/>
        <pc:sldMkLst>
          <pc:docMk/>
          <pc:sldMk cId="2897456704" sldId="258"/>
        </pc:sldMkLst>
        <pc:spChg chg="mod">
          <ac:chgData name="Sara Milla" userId="066c60c930f0ee7e" providerId="LiveId" clId="{F4F1AB15-4B12-4C7A-A7EC-7648ACBA0A6D}" dt="2026-01-19T10:27:15.875" v="1853" actId="26606"/>
          <ac:spMkLst>
            <pc:docMk/>
            <pc:sldMk cId="2897456704" sldId="258"/>
            <ac:spMk id="2" creationId="{E0BF290D-4838-7628-4381-CC0021CDC51B}"/>
          </ac:spMkLst>
        </pc:spChg>
        <pc:spChg chg="add del mod">
          <ac:chgData name="Sara Milla" userId="066c60c930f0ee7e" providerId="LiveId" clId="{F4F1AB15-4B12-4C7A-A7EC-7648ACBA0A6D}" dt="2026-01-19T10:25:57.120" v="1835" actId="26606"/>
          <ac:spMkLst>
            <pc:docMk/>
            <pc:sldMk cId="2897456704" sldId="258"/>
            <ac:spMk id="3" creationId="{5FA2D5BB-E1F8-4371-4F6F-6F89DFE62888}"/>
          </ac:spMkLst>
        </pc:spChg>
        <pc:spChg chg="add del">
          <ac:chgData name="Sara Milla" userId="066c60c930f0ee7e" providerId="LiveId" clId="{F4F1AB15-4B12-4C7A-A7EC-7648ACBA0A6D}" dt="2026-01-19T10:08:20.272" v="1275" actId="22"/>
          <ac:spMkLst>
            <pc:docMk/>
            <pc:sldMk cId="2897456704" sldId="258"/>
            <ac:spMk id="13" creationId="{6ADC6AA7-E020-442A-D76C-347F6E2926FB}"/>
          </ac:spMkLst>
        </pc:spChg>
        <pc:spChg chg="add del">
          <ac:chgData name="Sara Milla" userId="066c60c930f0ee7e" providerId="LiveId" clId="{F4F1AB15-4B12-4C7A-A7EC-7648ACBA0A6D}" dt="2026-01-19T10:25:57.120" v="1835" actId="26606"/>
          <ac:spMkLst>
            <pc:docMk/>
            <pc:sldMk cId="2897456704" sldId="258"/>
            <ac:spMk id="16" creationId="{352BEC0E-22F8-46D0-9632-375DB541B06C}"/>
          </ac:spMkLst>
        </pc:spChg>
        <pc:spChg chg="add del">
          <ac:chgData name="Sara Milla" userId="066c60c930f0ee7e" providerId="LiveId" clId="{F4F1AB15-4B12-4C7A-A7EC-7648ACBA0A6D}" dt="2026-01-19T10:25:57.120" v="1835" actId="26606"/>
          <ac:spMkLst>
            <pc:docMk/>
            <pc:sldMk cId="2897456704" sldId="258"/>
            <ac:spMk id="18" creationId="{3FCFB1DE-0B7E-48CC-BA90-B2AB0889F9D6}"/>
          </ac:spMkLst>
        </pc:spChg>
        <pc:spChg chg="add del">
          <ac:chgData name="Sara Milla" userId="066c60c930f0ee7e" providerId="LiveId" clId="{F4F1AB15-4B12-4C7A-A7EC-7648ACBA0A6D}" dt="2026-01-19T10:27:15.875" v="1853" actId="26606"/>
          <ac:spMkLst>
            <pc:docMk/>
            <pc:sldMk cId="2897456704" sldId="258"/>
            <ac:spMk id="23" creationId="{352BEC0E-22F8-46D0-9632-375DB541B06C}"/>
          </ac:spMkLst>
        </pc:spChg>
        <pc:spChg chg="add del">
          <ac:chgData name="Sara Milla" userId="066c60c930f0ee7e" providerId="LiveId" clId="{F4F1AB15-4B12-4C7A-A7EC-7648ACBA0A6D}" dt="2026-01-19T10:27:15.875" v="1853" actId="26606"/>
          <ac:spMkLst>
            <pc:docMk/>
            <pc:sldMk cId="2897456704" sldId="258"/>
            <ac:spMk id="25" creationId="{3FCFB1DE-0B7E-48CC-BA90-B2AB0889F9D6}"/>
          </ac:spMkLst>
        </pc:spChg>
        <pc:spChg chg="add del">
          <ac:chgData name="Sara Milla" userId="066c60c930f0ee7e" providerId="LiveId" clId="{F4F1AB15-4B12-4C7A-A7EC-7648ACBA0A6D}" dt="2026-01-19T10:27:15.875" v="1853" actId="26606"/>
          <ac:spMkLst>
            <pc:docMk/>
            <pc:sldMk cId="2897456704" sldId="258"/>
            <ac:spMk id="30" creationId="{352BEC0E-22F8-46D0-9632-375DB541B06C}"/>
          </ac:spMkLst>
        </pc:spChg>
        <pc:spChg chg="add del">
          <ac:chgData name="Sara Milla" userId="066c60c930f0ee7e" providerId="LiveId" clId="{F4F1AB15-4B12-4C7A-A7EC-7648ACBA0A6D}" dt="2026-01-19T10:27:15.875" v="1853" actId="26606"/>
          <ac:spMkLst>
            <pc:docMk/>
            <pc:sldMk cId="2897456704" sldId="258"/>
            <ac:spMk id="32" creationId="{3FCFB1DE-0B7E-48CC-BA90-B2AB0889F9D6}"/>
          </ac:spMkLst>
        </pc:spChg>
        <pc:picChg chg="add mod">
          <ac:chgData name="Sara Milla" userId="066c60c930f0ee7e" providerId="LiveId" clId="{F4F1AB15-4B12-4C7A-A7EC-7648ACBA0A6D}" dt="2026-01-19T09:52:48.625" v="585"/>
          <ac:picMkLst>
            <pc:docMk/>
            <pc:sldMk cId="2897456704" sldId="258"/>
            <ac:picMk id="5" creationId="{6A605E8B-9C86-815E-490C-F1D557EB685B}"/>
          </ac:picMkLst>
        </pc:picChg>
        <pc:picChg chg="add mod">
          <ac:chgData name="Sara Milla" userId="066c60c930f0ee7e" providerId="LiveId" clId="{F4F1AB15-4B12-4C7A-A7EC-7648ACBA0A6D}" dt="2026-01-19T09:52:47.930" v="584" actId="1076"/>
          <ac:picMkLst>
            <pc:docMk/>
            <pc:sldMk cId="2897456704" sldId="258"/>
            <ac:picMk id="7" creationId="{33343734-6C41-734C-64ED-FAC1A74F7F68}"/>
          </ac:picMkLst>
        </pc:picChg>
        <pc:picChg chg="add mod ord">
          <ac:chgData name="Sara Milla" userId="066c60c930f0ee7e" providerId="LiveId" clId="{F4F1AB15-4B12-4C7A-A7EC-7648ACBA0A6D}" dt="2026-01-19T10:27:15.875" v="1853" actId="26606"/>
          <ac:picMkLst>
            <pc:docMk/>
            <pc:sldMk cId="2897456704" sldId="258"/>
            <ac:picMk id="9" creationId="{D4288910-5DCF-FBFB-5353-6083EFD4A580}"/>
          </ac:picMkLst>
        </pc:picChg>
        <pc:picChg chg="add mod">
          <ac:chgData name="Sara Milla" userId="066c60c930f0ee7e" providerId="LiveId" clId="{F4F1AB15-4B12-4C7A-A7EC-7648ACBA0A6D}" dt="2026-01-19T10:25:57.120" v="1835" actId="26606"/>
          <ac:picMkLst>
            <pc:docMk/>
            <pc:sldMk cId="2897456704" sldId="258"/>
            <ac:picMk id="11" creationId="{3BF988ED-3F8B-C196-E5DE-C1C43EB364E8}"/>
          </ac:picMkLst>
        </pc:picChg>
      </pc:sldChg>
      <pc:sldChg chg="addSp delSp modSp new mod setBg modNotesTx">
        <pc:chgData name="Sara Milla" userId="066c60c930f0ee7e" providerId="LiveId" clId="{F4F1AB15-4B12-4C7A-A7EC-7648ACBA0A6D}" dt="2026-01-19T10:28:17.866" v="1882" actId="5793"/>
        <pc:sldMkLst>
          <pc:docMk/>
          <pc:sldMk cId="509911852" sldId="259"/>
        </pc:sldMkLst>
        <pc:spChg chg="mod">
          <ac:chgData name="Sara Milla" userId="066c60c930f0ee7e" providerId="LiveId" clId="{F4F1AB15-4B12-4C7A-A7EC-7648ACBA0A6D}" dt="2026-01-19T10:26:56.513" v="1850" actId="255"/>
          <ac:spMkLst>
            <pc:docMk/>
            <pc:sldMk cId="509911852" sldId="259"/>
            <ac:spMk id="2" creationId="{152C41B4-9363-0F4D-8956-9F2EFAA3A6C9}"/>
          </ac:spMkLst>
        </pc:spChg>
        <pc:spChg chg="add del mod">
          <ac:chgData name="Sara Milla" userId="066c60c930f0ee7e" providerId="LiveId" clId="{F4F1AB15-4B12-4C7A-A7EC-7648ACBA0A6D}" dt="2026-01-19T10:18:03.625" v="1619" actId="16959"/>
          <ac:spMkLst>
            <pc:docMk/>
            <pc:sldMk cId="509911852" sldId="259"/>
            <ac:spMk id="3" creationId="{52C8C848-B642-D34A-0B3E-A97960172447}"/>
          </ac:spMkLst>
        </pc:spChg>
        <pc:spChg chg="add">
          <ac:chgData name="Sara Milla" userId="066c60c930f0ee7e" providerId="LiveId" clId="{F4F1AB15-4B12-4C7A-A7EC-7648ACBA0A6D}" dt="2026-01-19T10:09:25.680" v="1302" actId="26606"/>
          <ac:spMkLst>
            <pc:docMk/>
            <pc:sldMk cId="509911852" sldId="259"/>
            <ac:spMk id="9" creationId="{743AA782-23D1-4521-8CAD-47662984AA08}"/>
          </ac:spMkLst>
        </pc:spChg>
        <pc:spChg chg="add">
          <ac:chgData name="Sara Milla" userId="066c60c930f0ee7e" providerId="LiveId" clId="{F4F1AB15-4B12-4C7A-A7EC-7648ACBA0A6D}" dt="2026-01-19T10:09:25.680" v="1302" actId="26606"/>
          <ac:spMkLst>
            <pc:docMk/>
            <pc:sldMk cId="509911852" sldId="259"/>
            <ac:spMk id="10" creationId="{71877DBC-BB60-40F0-AC93-2ACDBAAE60CE}"/>
          </ac:spMkLst>
        </pc:spChg>
        <pc:spChg chg="add del">
          <ac:chgData name="Sara Milla" userId="066c60c930f0ee7e" providerId="LiveId" clId="{F4F1AB15-4B12-4C7A-A7EC-7648ACBA0A6D}" dt="2026-01-19T10:07:46.650" v="1273" actId="26606"/>
          <ac:spMkLst>
            <pc:docMk/>
            <pc:sldMk cId="509911852" sldId="259"/>
            <ac:spMk id="12" creationId="{2B97F24A-32CE-4C1C-A50D-3016B394DCFB}"/>
          </ac:spMkLst>
        </pc:spChg>
        <pc:spChg chg="add del">
          <ac:chgData name="Sara Milla" userId="066c60c930f0ee7e" providerId="LiveId" clId="{F4F1AB15-4B12-4C7A-A7EC-7648ACBA0A6D}" dt="2026-01-19T10:07:46.650" v="1273" actId="26606"/>
          <ac:spMkLst>
            <pc:docMk/>
            <pc:sldMk cId="509911852" sldId="259"/>
            <ac:spMk id="14" creationId="{CD8B4F24-440B-49E9-B85D-733523DC064B}"/>
          </ac:spMkLst>
        </pc:spChg>
        <pc:picChg chg="add mod">
          <ac:chgData name="Sara Milla" userId="066c60c930f0ee7e" providerId="LiveId" clId="{F4F1AB15-4B12-4C7A-A7EC-7648ACBA0A6D}" dt="2026-01-19T10:01:21.118" v="1010"/>
          <ac:picMkLst>
            <pc:docMk/>
            <pc:sldMk cId="509911852" sldId="259"/>
            <ac:picMk id="5" creationId="{C5CE1148-12F1-B6D6-DD08-E440320EDB4F}"/>
          </ac:picMkLst>
        </pc:picChg>
        <pc:picChg chg="add mod">
          <ac:chgData name="Sara Milla" userId="066c60c930f0ee7e" providerId="LiveId" clId="{F4F1AB15-4B12-4C7A-A7EC-7648ACBA0A6D}" dt="2026-01-19T10:09:25.680" v="1302" actId="26606"/>
          <ac:picMkLst>
            <pc:docMk/>
            <pc:sldMk cId="509911852" sldId="259"/>
            <ac:picMk id="7" creationId="{60289A67-22F7-200A-590D-2246D137DABC}"/>
          </ac:picMkLst>
        </pc:picChg>
      </pc:sldChg>
      <pc:sldChg chg="addSp delSp modSp new mod setBg">
        <pc:chgData name="Sara Milla" userId="066c60c930f0ee7e" providerId="LiveId" clId="{F4F1AB15-4B12-4C7A-A7EC-7648ACBA0A6D}" dt="2026-01-19T10:18:15.625" v="1620"/>
        <pc:sldMkLst>
          <pc:docMk/>
          <pc:sldMk cId="2967905490" sldId="260"/>
        </pc:sldMkLst>
        <pc:spChg chg="mod">
          <ac:chgData name="Sara Milla" userId="066c60c930f0ee7e" providerId="LiveId" clId="{F4F1AB15-4B12-4C7A-A7EC-7648ACBA0A6D}" dt="2026-01-19T09:53:32.415" v="643" actId="26606"/>
          <ac:spMkLst>
            <pc:docMk/>
            <pc:sldMk cId="2967905490" sldId="260"/>
            <ac:spMk id="2" creationId="{930CEFD5-8CA9-4D8E-70F6-887FCA80935F}"/>
          </ac:spMkLst>
        </pc:spChg>
        <pc:spChg chg="add del mod">
          <ac:chgData name="Sara Milla" userId="066c60c930f0ee7e" providerId="LiveId" clId="{F4F1AB15-4B12-4C7A-A7EC-7648ACBA0A6D}" dt="2026-01-19T10:18:15.625" v="1620"/>
          <ac:spMkLst>
            <pc:docMk/>
            <pc:sldMk cId="2967905490" sldId="260"/>
            <ac:spMk id="3" creationId="{24C62F1C-9A0C-73D6-A85C-8644227418FB}"/>
          </ac:spMkLst>
        </pc:spChg>
        <pc:spChg chg="add mod">
          <ac:chgData name="Sara Milla" userId="066c60c930f0ee7e" providerId="LiveId" clId="{F4F1AB15-4B12-4C7A-A7EC-7648ACBA0A6D}" dt="2026-01-19T09:42:20.588" v="446"/>
          <ac:spMkLst>
            <pc:docMk/>
            <pc:sldMk cId="2967905490" sldId="260"/>
            <ac:spMk id="4" creationId="{0517CCA3-FCE3-49ED-9960-209782992C62}"/>
          </ac:spMkLst>
        </pc:spChg>
        <pc:spChg chg="add">
          <ac:chgData name="Sara Milla" userId="066c60c930f0ee7e" providerId="LiveId" clId="{F4F1AB15-4B12-4C7A-A7EC-7648ACBA0A6D}" dt="2026-01-19T09:42:32.963" v="449"/>
          <ac:spMkLst>
            <pc:docMk/>
            <pc:sldMk cId="2967905490" sldId="260"/>
            <ac:spMk id="5" creationId="{DC200702-2B1F-4F6F-056C-3795D0EB7158}"/>
          </ac:spMkLst>
        </pc:spChg>
        <pc:spChg chg="add">
          <ac:chgData name="Sara Milla" userId="066c60c930f0ee7e" providerId="LiveId" clId="{F4F1AB15-4B12-4C7A-A7EC-7648ACBA0A6D}" dt="2026-01-19T09:42:47.822" v="452"/>
          <ac:spMkLst>
            <pc:docMk/>
            <pc:sldMk cId="2967905490" sldId="260"/>
            <ac:spMk id="6" creationId="{6F3B0BDA-154A-814A-222A-A6DAD8FACD7E}"/>
          </ac:spMkLst>
        </pc:spChg>
        <pc:spChg chg="add">
          <ac:chgData name="Sara Milla" userId="066c60c930f0ee7e" providerId="LiveId" clId="{F4F1AB15-4B12-4C7A-A7EC-7648ACBA0A6D}" dt="2026-01-19T09:46:21.119" v="468"/>
          <ac:spMkLst>
            <pc:docMk/>
            <pc:sldMk cId="2967905490" sldId="260"/>
            <ac:spMk id="7" creationId="{6D656891-3B81-0EBF-4A97-70D6C923446F}"/>
          </ac:spMkLst>
        </pc:spChg>
        <pc:spChg chg="add">
          <ac:chgData name="Sara Milla" userId="066c60c930f0ee7e" providerId="LiveId" clId="{F4F1AB15-4B12-4C7A-A7EC-7648ACBA0A6D}" dt="2026-01-19T09:46:43.383" v="472"/>
          <ac:spMkLst>
            <pc:docMk/>
            <pc:sldMk cId="2967905490" sldId="260"/>
            <ac:spMk id="8" creationId="{CC39883A-15C5-5B70-29F1-0282F73F4230}"/>
          </ac:spMkLst>
        </pc:spChg>
        <pc:spChg chg="add">
          <ac:chgData name="Sara Milla" userId="066c60c930f0ee7e" providerId="LiveId" clId="{F4F1AB15-4B12-4C7A-A7EC-7648ACBA0A6D}" dt="2026-01-19T09:53:32.415" v="643" actId="26606"/>
          <ac:spMkLst>
            <pc:docMk/>
            <pc:sldMk cId="2967905490" sldId="260"/>
            <ac:spMk id="17" creationId="{743AA782-23D1-4521-8CAD-47662984AA08}"/>
          </ac:spMkLst>
        </pc:spChg>
        <pc:spChg chg="add">
          <ac:chgData name="Sara Milla" userId="066c60c930f0ee7e" providerId="LiveId" clId="{F4F1AB15-4B12-4C7A-A7EC-7648ACBA0A6D}" dt="2026-01-19T09:53:32.415" v="643" actId="26606"/>
          <ac:spMkLst>
            <pc:docMk/>
            <pc:sldMk cId="2967905490" sldId="260"/>
            <ac:spMk id="19" creationId="{650D18FE-0824-4A46-B22C-A86B52E5780A}"/>
          </ac:spMkLst>
        </pc:spChg>
        <pc:graphicFrameChg chg="add del mod">
          <ac:chgData name="Sara Milla" userId="066c60c930f0ee7e" providerId="LiveId" clId="{F4F1AB15-4B12-4C7A-A7EC-7648ACBA0A6D}" dt="2026-01-19T09:48:20.767" v="477" actId="21"/>
          <ac:graphicFrameMkLst>
            <pc:docMk/>
            <pc:sldMk cId="2967905490" sldId="260"/>
            <ac:graphicFrameMk id="9" creationId="{5645CF8E-5700-186B-B82C-80A7AAD85B04}"/>
          </ac:graphicFrameMkLst>
        </pc:graphicFrameChg>
        <pc:graphicFrameChg chg="add del mod">
          <ac:chgData name="Sara Milla" userId="066c60c930f0ee7e" providerId="LiveId" clId="{F4F1AB15-4B12-4C7A-A7EC-7648ACBA0A6D}" dt="2026-01-19T09:48:25.266" v="479" actId="478"/>
          <ac:graphicFrameMkLst>
            <pc:docMk/>
            <pc:sldMk cId="2967905490" sldId="260"/>
            <ac:graphicFrameMk id="10" creationId="{5645CF8E-5700-186B-B82C-80A7AAD85B04}"/>
          </ac:graphicFrameMkLst>
        </pc:graphicFrameChg>
        <pc:picChg chg="add mod">
          <ac:chgData name="Sara Milla" userId="066c60c930f0ee7e" providerId="LiveId" clId="{F4F1AB15-4B12-4C7A-A7EC-7648ACBA0A6D}" dt="2026-01-19T09:53:32.415" v="643" actId="26606"/>
          <ac:picMkLst>
            <pc:docMk/>
            <pc:sldMk cId="2967905490" sldId="260"/>
            <ac:picMk id="12" creationId="{A8FE116D-917E-D2E6-A6D4-9F0D216D8C86}"/>
          </ac:picMkLst>
        </pc:picChg>
      </pc:sldChg>
      <pc:sldChg chg="addSp delSp modSp new mod setBg modNotesTx">
        <pc:chgData name="Sara Milla" userId="066c60c930f0ee7e" providerId="LiveId" clId="{F4F1AB15-4B12-4C7A-A7EC-7648ACBA0A6D}" dt="2026-01-19T10:28:23.856" v="1892" actId="20577"/>
        <pc:sldMkLst>
          <pc:docMk/>
          <pc:sldMk cId="341531196" sldId="261"/>
        </pc:sldMkLst>
        <pc:spChg chg="mod">
          <ac:chgData name="Sara Milla" userId="066c60c930f0ee7e" providerId="LiveId" clId="{F4F1AB15-4B12-4C7A-A7EC-7648ACBA0A6D}" dt="2026-01-19T10:26:51.214" v="1849" actId="255"/>
          <ac:spMkLst>
            <pc:docMk/>
            <pc:sldMk cId="341531196" sldId="261"/>
            <ac:spMk id="2" creationId="{34CC63A2-EF98-0EEE-DE01-C3E4F56437C8}"/>
          </ac:spMkLst>
        </pc:spChg>
        <pc:spChg chg="mod">
          <ac:chgData name="Sara Milla" userId="066c60c930f0ee7e" providerId="LiveId" clId="{F4F1AB15-4B12-4C7A-A7EC-7648ACBA0A6D}" dt="2026-01-19T10:25:24.474" v="1831" actId="26606"/>
          <ac:spMkLst>
            <pc:docMk/>
            <pc:sldMk cId="341531196" sldId="261"/>
            <ac:spMk id="3" creationId="{ADAC3490-9E4E-CB57-B8F3-A6EC98310832}"/>
          </ac:spMkLst>
        </pc:spChg>
        <pc:spChg chg="add del mod">
          <ac:chgData name="Sara Milla" userId="066c60c930f0ee7e" providerId="LiveId" clId="{F4F1AB15-4B12-4C7A-A7EC-7648ACBA0A6D}" dt="2026-01-19T10:25:18.687" v="1830" actId="478"/>
          <ac:spMkLst>
            <pc:docMk/>
            <pc:sldMk cId="341531196" sldId="261"/>
            <ac:spMk id="4" creationId="{E698CDE3-443E-479A-F52B-F7EE7A8B86DB}"/>
          </ac:spMkLst>
        </pc:spChg>
        <pc:spChg chg="add">
          <ac:chgData name="Sara Milla" userId="066c60c930f0ee7e" providerId="LiveId" clId="{F4F1AB15-4B12-4C7A-A7EC-7648ACBA0A6D}" dt="2026-01-19T10:25:24.474" v="1831" actId="26606"/>
          <ac:spMkLst>
            <pc:docMk/>
            <pc:sldMk cId="341531196" sldId="261"/>
            <ac:spMk id="11" creationId="{743AA782-23D1-4521-8CAD-47662984AA08}"/>
          </ac:spMkLst>
        </pc:spChg>
        <pc:spChg chg="add">
          <ac:chgData name="Sara Milla" userId="066c60c930f0ee7e" providerId="LiveId" clId="{F4F1AB15-4B12-4C7A-A7EC-7648ACBA0A6D}" dt="2026-01-19T10:25:24.474" v="1831" actId="26606"/>
          <ac:spMkLst>
            <pc:docMk/>
            <pc:sldMk cId="341531196" sldId="261"/>
            <ac:spMk id="13" creationId="{71877DBC-BB60-40F0-AC93-2ACDBAAE60CE}"/>
          </ac:spMkLst>
        </pc:spChg>
        <pc:picChg chg="add mod">
          <ac:chgData name="Sara Milla" userId="066c60c930f0ee7e" providerId="LiveId" clId="{F4F1AB15-4B12-4C7A-A7EC-7648ACBA0A6D}" dt="2026-01-19T10:25:24.474" v="1831" actId="26606"/>
          <ac:picMkLst>
            <pc:docMk/>
            <pc:sldMk cId="341531196" sldId="261"/>
            <ac:picMk id="6" creationId="{EBA4C9EA-04B0-4D2F-4405-3139992F45A5}"/>
          </ac:picMkLst>
        </pc:picChg>
        <pc:picChg chg="add del mod">
          <ac:chgData name="Sara Milla" userId="066c60c930f0ee7e" providerId="LiveId" clId="{F4F1AB15-4B12-4C7A-A7EC-7648ACBA0A6D}" dt="2026-01-19T10:24:03.097" v="1807" actId="478"/>
          <ac:picMkLst>
            <pc:docMk/>
            <pc:sldMk cId="341531196" sldId="261"/>
            <ac:picMk id="8" creationId="{BCE4D572-C743-B0B7-FD66-FA9D3BE767D6}"/>
          </ac:picMkLst>
        </pc:picChg>
        <pc:picChg chg="add del mod">
          <ac:chgData name="Sara Milla" userId="066c60c930f0ee7e" providerId="LiveId" clId="{F4F1AB15-4B12-4C7A-A7EC-7648ACBA0A6D}" dt="2026-01-19T10:25:09.944" v="1828" actId="21"/>
          <ac:picMkLst>
            <pc:docMk/>
            <pc:sldMk cId="341531196" sldId="261"/>
            <ac:picMk id="10" creationId="{BBEBC9E6-40D9-0A1A-71BB-060152B70EAF}"/>
          </ac:picMkLst>
        </pc:picChg>
      </pc:sldChg>
      <pc:sldChg chg="addSp delSp modSp add del mod setBg delDesignElem">
        <pc:chgData name="Sara Milla" userId="066c60c930f0ee7e" providerId="LiveId" clId="{F4F1AB15-4B12-4C7A-A7EC-7648ACBA0A6D}" dt="2026-01-19T10:08:33.685" v="1285"/>
        <pc:sldMkLst>
          <pc:docMk/>
          <pc:sldMk cId="614330262" sldId="261"/>
        </pc:sldMkLst>
        <pc:spChg chg="mod">
          <ac:chgData name="Sara Milla" userId="066c60c930f0ee7e" providerId="LiveId" clId="{F4F1AB15-4B12-4C7A-A7EC-7648ACBA0A6D}" dt="2026-01-19T10:08:33.252" v="1284" actId="20577"/>
          <ac:spMkLst>
            <pc:docMk/>
            <pc:sldMk cId="614330262" sldId="261"/>
            <ac:spMk id="2" creationId="{32067DA0-1399-238A-9664-868D179B835C}"/>
          </ac:spMkLst>
        </pc:spChg>
        <pc:spChg chg="add del">
          <ac:chgData name="Sara Milla" userId="066c60c930f0ee7e" providerId="LiveId" clId="{F4F1AB15-4B12-4C7A-A7EC-7648ACBA0A6D}" dt="2026-01-19T10:08:33.685" v="1285"/>
          <ac:spMkLst>
            <pc:docMk/>
            <pc:sldMk cId="614330262" sldId="261"/>
            <ac:spMk id="16" creationId="{C159B43D-1D35-24C1-7620-7F60FEBA0681}"/>
          </ac:spMkLst>
        </pc:spChg>
        <pc:spChg chg="add del">
          <ac:chgData name="Sara Milla" userId="066c60c930f0ee7e" providerId="LiveId" clId="{F4F1AB15-4B12-4C7A-A7EC-7648ACBA0A6D}" dt="2026-01-19T10:08:33.685" v="1285"/>
          <ac:spMkLst>
            <pc:docMk/>
            <pc:sldMk cId="614330262" sldId="261"/>
            <ac:spMk id="18" creationId="{5ED7C2C5-ADC2-546E-7EBB-DDA21A74E812}"/>
          </ac:spMkLst>
        </pc:spChg>
        <pc:picChg chg="add del">
          <ac:chgData name="Sara Milla" userId="066c60c930f0ee7e" providerId="LiveId" clId="{F4F1AB15-4B12-4C7A-A7EC-7648ACBA0A6D}" dt="2026-01-19T10:08:32.161" v="1282" actId="478"/>
          <ac:picMkLst>
            <pc:docMk/>
            <pc:sldMk cId="614330262" sldId="261"/>
            <ac:picMk id="9" creationId="{59EF3580-4BAA-B8DC-BCD6-F2FC46CF9352}"/>
          </ac:picMkLst>
        </pc:picChg>
      </pc:sldChg>
      <pc:sldChg chg="addSp delSp modSp add del mod setBg delDesignElem">
        <pc:chgData name="Sara Milla" userId="066c60c930f0ee7e" providerId="LiveId" clId="{F4F1AB15-4B12-4C7A-A7EC-7648ACBA0A6D}" dt="2026-01-19T10:09:15.815" v="1301"/>
        <pc:sldMkLst>
          <pc:docMk/>
          <pc:sldMk cId="761986791" sldId="261"/>
        </pc:sldMkLst>
        <pc:spChg chg="add del">
          <ac:chgData name="Sara Milla" userId="066c60c930f0ee7e" providerId="LiveId" clId="{F4F1AB15-4B12-4C7A-A7EC-7648ACBA0A6D}" dt="2026-01-19T10:09:15.815" v="1301"/>
          <ac:spMkLst>
            <pc:docMk/>
            <pc:sldMk cId="761986791" sldId="261"/>
            <ac:spMk id="16" creationId="{9A003BE2-1B2F-7030-AD2D-F3A649D2575A}"/>
          </ac:spMkLst>
        </pc:spChg>
        <pc:spChg chg="add del">
          <ac:chgData name="Sara Milla" userId="066c60c930f0ee7e" providerId="LiveId" clId="{F4F1AB15-4B12-4C7A-A7EC-7648ACBA0A6D}" dt="2026-01-19T10:09:15.815" v="1301"/>
          <ac:spMkLst>
            <pc:docMk/>
            <pc:sldMk cId="761986791" sldId="261"/>
            <ac:spMk id="18" creationId="{75DF9B92-6A0E-04C9-AC90-2CE108BFEC93}"/>
          </ac:spMkLst>
        </pc:spChg>
        <pc:picChg chg="add mod">
          <ac:chgData name="Sara Milla" userId="066c60c930f0ee7e" providerId="LiveId" clId="{F4F1AB15-4B12-4C7A-A7EC-7648ACBA0A6D}" dt="2026-01-19T10:09:14.383" v="1297" actId="1076"/>
          <ac:picMkLst>
            <pc:docMk/>
            <pc:sldMk cId="761986791" sldId="261"/>
            <ac:picMk id="4" creationId="{7CF502BB-4774-BA7A-D94C-8319F975716F}"/>
          </ac:picMkLst>
        </pc:picChg>
        <pc:picChg chg="add del mod">
          <ac:chgData name="Sara Milla" userId="066c60c930f0ee7e" providerId="LiveId" clId="{F4F1AB15-4B12-4C7A-A7EC-7648ACBA0A6D}" dt="2026-01-19T10:09:15.598" v="1300" actId="1076"/>
          <ac:picMkLst>
            <pc:docMk/>
            <pc:sldMk cId="761986791" sldId="261"/>
            <ac:picMk id="9" creationId="{15B6D9D1-2F90-375B-226B-DF38AD4137F6}"/>
          </ac:picMkLst>
        </pc:picChg>
        <pc:picChg chg="add del">
          <ac:chgData name="Sara Milla" userId="066c60c930f0ee7e" providerId="LiveId" clId="{F4F1AB15-4B12-4C7A-A7EC-7648ACBA0A6D}" dt="2026-01-19T10:09:14.946" v="1298" actId="478"/>
          <ac:picMkLst>
            <pc:docMk/>
            <pc:sldMk cId="761986791" sldId="261"/>
            <ac:picMk id="11" creationId="{08AA2768-954E-85CE-5DEC-CC803B0C5510}"/>
          </ac:picMkLst>
        </pc:picChg>
      </pc:sldChg>
      <pc:sldChg chg="addSp modSp new mod setBg modNotesTx">
        <pc:chgData name="Sara Milla" userId="066c60c930f0ee7e" providerId="LiveId" clId="{F4F1AB15-4B12-4C7A-A7EC-7648ACBA0A6D}" dt="2026-01-19T10:29:10.282" v="1898" actId="20577"/>
        <pc:sldMkLst>
          <pc:docMk/>
          <pc:sldMk cId="1270980704" sldId="262"/>
        </pc:sldMkLst>
        <pc:spChg chg="mod">
          <ac:chgData name="Sara Milla" userId="066c60c930f0ee7e" providerId="LiveId" clId="{F4F1AB15-4B12-4C7A-A7EC-7648ACBA0A6D}" dt="2026-01-19T10:29:10.282" v="1898" actId="20577"/>
          <ac:spMkLst>
            <pc:docMk/>
            <pc:sldMk cId="1270980704" sldId="262"/>
            <ac:spMk id="2" creationId="{89D9A18B-4A70-2DF3-4C35-2D73453DD295}"/>
          </ac:spMkLst>
        </pc:spChg>
        <pc:spChg chg="mod">
          <ac:chgData name="Sara Milla" userId="066c60c930f0ee7e" providerId="LiveId" clId="{F4F1AB15-4B12-4C7A-A7EC-7648ACBA0A6D}" dt="2026-01-19T10:25:35.622" v="1832" actId="26606"/>
          <ac:spMkLst>
            <pc:docMk/>
            <pc:sldMk cId="1270980704" sldId="262"/>
            <ac:spMk id="3" creationId="{47FF99AE-04F1-3BE5-768E-F0E7965FED37}"/>
          </ac:spMkLst>
        </pc:spChg>
        <pc:spChg chg="add">
          <ac:chgData name="Sara Milla" userId="066c60c930f0ee7e" providerId="LiveId" clId="{F4F1AB15-4B12-4C7A-A7EC-7648ACBA0A6D}" dt="2026-01-19T10:25:35.622" v="1832" actId="26606"/>
          <ac:spMkLst>
            <pc:docMk/>
            <pc:sldMk cId="1270980704" sldId="262"/>
            <ac:spMk id="15" creationId="{743AA782-23D1-4521-8CAD-47662984AA08}"/>
          </ac:spMkLst>
        </pc:spChg>
        <pc:spChg chg="add">
          <ac:chgData name="Sara Milla" userId="066c60c930f0ee7e" providerId="LiveId" clId="{F4F1AB15-4B12-4C7A-A7EC-7648ACBA0A6D}" dt="2026-01-19T10:25:35.622" v="1832" actId="26606"/>
          <ac:spMkLst>
            <pc:docMk/>
            <pc:sldMk cId="1270980704" sldId="262"/>
            <ac:spMk id="17" creationId="{71877DBC-BB60-40F0-AC93-2ACDBAAE60CE}"/>
          </ac:spMkLst>
        </pc:spChg>
        <pc:picChg chg="add mod">
          <ac:chgData name="Sara Milla" userId="066c60c930f0ee7e" providerId="LiveId" clId="{F4F1AB15-4B12-4C7A-A7EC-7648ACBA0A6D}" dt="2026-01-19T10:25:35.622" v="1832" actId="26606"/>
          <ac:picMkLst>
            <pc:docMk/>
            <pc:sldMk cId="1270980704" sldId="262"/>
            <ac:picMk id="10" creationId="{BBEBC9E6-40D9-0A1A-71BB-060152B70EAF}"/>
          </ac:picMkLst>
        </pc:picChg>
      </pc:sldChg>
      <pc:sldChg chg="modSp new mod">
        <pc:chgData name="Sara Milla" userId="066c60c930f0ee7e" providerId="LiveId" clId="{F4F1AB15-4B12-4C7A-A7EC-7648ACBA0A6D}" dt="2026-01-19T10:28:03.702" v="1872" actId="5793"/>
        <pc:sldMkLst>
          <pc:docMk/>
          <pc:sldMk cId="1796931335" sldId="263"/>
        </pc:sldMkLst>
        <pc:spChg chg="mod">
          <ac:chgData name="Sara Milla" userId="066c60c930f0ee7e" providerId="LiveId" clId="{F4F1AB15-4B12-4C7A-A7EC-7648ACBA0A6D}" dt="2026-01-19T10:28:03.702" v="1872" actId="5793"/>
          <ac:spMkLst>
            <pc:docMk/>
            <pc:sldMk cId="1796931335" sldId="263"/>
            <ac:spMk id="2" creationId="{81A1038C-944E-23BA-9BBB-1E4F47BF3AE2}"/>
          </ac:spMkLst>
        </pc:spChg>
      </pc:sldChg>
      <pc:sldChg chg="modSp new mod">
        <pc:chgData name="Sara Milla" userId="066c60c930f0ee7e" providerId="LiveId" clId="{F4F1AB15-4B12-4C7A-A7EC-7648ACBA0A6D}" dt="2026-01-19T10:29:45.964" v="1907" actId="20577"/>
        <pc:sldMkLst>
          <pc:docMk/>
          <pc:sldMk cId="3308203391" sldId="264"/>
        </pc:sldMkLst>
        <pc:spChg chg="mod">
          <ac:chgData name="Sara Milla" userId="066c60c930f0ee7e" providerId="LiveId" clId="{F4F1AB15-4B12-4C7A-A7EC-7648ACBA0A6D}" dt="2026-01-19T10:29:45.964" v="1907" actId="20577"/>
          <ac:spMkLst>
            <pc:docMk/>
            <pc:sldMk cId="3308203391" sldId="264"/>
            <ac:spMk id="2" creationId="{6CA95D13-99BC-AC33-C905-71E7D164076E}"/>
          </ac:spMkLst>
        </pc:spChg>
      </pc:sldChg>
      <pc:sldChg chg="modSp new mod">
        <pc:chgData name="Sara Milla" userId="066c60c930f0ee7e" providerId="LiveId" clId="{F4F1AB15-4B12-4C7A-A7EC-7648ACBA0A6D}" dt="2026-01-19T10:29:52.339" v="1914" actId="20577"/>
        <pc:sldMkLst>
          <pc:docMk/>
          <pc:sldMk cId="3258828436" sldId="265"/>
        </pc:sldMkLst>
        <pc:spChg chg="mod">
          <ac:chgData name="Sara Milla" userId="066c60c930f0ee7e" providerId="LiveId" clId="{F4F1AB15-4B12-4C7A-A7EC-7648ACBA0A6D}" dt="2026-01-19T10:29:52.339" v="1914" actId="20577"/>
          <ac:spMkLst>
            <pc:docMk/>
            <pc:sldMk cId="3258828436" sldId="265"/>
            <ac:spMk id="2" creationId="{85301961-14EC-337F-D4F9-4B52C75EE635}"/>
          </ac:spMkLst>
        </pc:spChg>
      </pc:sldChg>
      <pc:sldChg chg="modSp new mod">
        <pc:chgData name="Sara Milla" userId="066c60c930f0ee7e" providerId="LiveId" clId="{F4F1AB15-4B12-4C7A-A7EC-7648ACBA0A6D}" dt="2026-01-19T10:29:59.610" v="1921" actId="20577"/>
        <pc:sldMkLst>
          <pc:docMk/>
          <pc:sldMk cId="3030064665" sldId="266"/>
        </pc:sldMkLst>
        <pc:spChg chg="mod">
          <ac:chgData name="Sara Milla" userId="066c60c930f0ee7e" providerId="LiveId" clId="{F4F1AB15-4B12-4C7A-A7EC-7648ACBA0A6D}" dt="2026-01-19T10:29:59.610" v="1921" actId="20577"/>
          <ac:spMkLst>
            <pc:docMk/>
            <pc:sldMk cId="3030064665" sldId="266"/>
            <ac:spMk id="2" creationId="{C86DFC63-0624-2481-0010-5BA2E65A722D}"/>
          </ac:spMkLst>
        </pc:spChg>
      </pc:sldChg>
      <pc:sldChg chg="modSp new mod">
        <pc:chgData name="Sara Milla" userId="066c60c930f0ee7e" providerId="LiveId" clId="{F4F1AB15-4B12-4C7A-A7EC-7648ACBA0A6D}" dt="2026-01-19T10:30:08.220" v="1932" actId="20577"/>
        <pc:sldMkLst>
          <pc:docMk/>
          <pc:sldMk cId="3049233966" sldId="267"/>
        </pc:sldMkLst>
        <pc:spChg chg="mod">
          <ac:chgData name="Sara Milla" userId="066c60c930f0ee7e" providerId="LiveId" clId="{F4F1AB15-4B12-4C7A-A7EC-7648ACBA0A6D}" dt="2026-01-19T10:30:08.220" v="1932" actId="20577"/>
          <ac:spMkLst>
            <pc:docMk/>
            <pc:sldMk cId="3049233966" sldId="267"/>
            <ac:spMk id="2" creationId="{6E44DD43-14E6-6721-842B-25088DAF30A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5666E-53E5-4BB8-BD5C-B01689D8ACE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59D913-08FD-4470-961C-0161F47A24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530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59D913-08FD-4470-961C-0161F47A245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23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59D913-08FD-4470-961C-0161F47A245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858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59D913-08FD-4470-961C-0161F47A245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90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59D913-08FD-4470-961C-0161F47A245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50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3AA4F-6243-3C44-A0CF-2A2DAD5862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8EB45-6E33-4DF3-3FC3-08CDDE230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78E92-EEE7-8DCF-4ED8-A5CC5E06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D2F45-D4D3-5538-8A54-01D70FD79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C6AE7-4E39-2DB6-6CE3-E55853C2C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49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4F733-129F-1106-E3E0-86B5C07F6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42AE-20E1-BAE8-4836-CBD7C3F74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C0F43-CCD4-448C-A8B4-87D874270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05653-7A5D-CDB3-068B-4F66CB395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7AC38-9C38-4837-E5FC-3B670A23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760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E1F4F-0721-C304-9AF0-FBF5C893C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1119E5-6463-4268-65FA-AE4FA323C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16D75-17F9-E129-EF42-69343A6BA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D7547-83F2-DE55-40E2-E6C6D3F91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BFDB6-024F-EF57-0792-FBAC215A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9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33FA6-3C7E-64D3-FACC-ADF48046E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902A9-8D25-04B5-E682-613BD32B6F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6DE49-E256-1844-7FB2-7C1ED394E0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171767-D3C1-4D49-719C-6F2E3D517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C8E310-BD72-21D6-B003-41E698B5A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24A8E-893E-7CC4-4ADA-FC63D7963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743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C0D2-55CA-4AF8-7543-2E6C7384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F3F26E-F203-D441-10F6-7AC133507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5B565-759A-6D61-E8E9-84637EF80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9E0EC8-97B2-146C-22FB-5B637173C4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F95C9-B50E-ABA4-674F-4AC03319F2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0AF00-FDA8-6BC4-2A42-46EAC3330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0EA9E2-0105-FDFD-E7E0-694A05BF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3650-EB19-C37F-2EDB-4D5D1C345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16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43E3-7D23-A9A1-4B5F-E0747D3D4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807414-6B67-B390-AC3C-0F157363F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741E22-13F9-A9DD-2FE3-E915CE1F1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947347-A0AF-8777-C8DF-3F0C0ECFA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921F3E-BF33-821A-7DE3-D475592AC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D04943-E3FE-7AFA-F8E4-1A789AFA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1EA75-D7CE-6F7B-EF4D-1F0B7078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529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0BAF7-5E19-6071-D00C-65137C99F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483EC-3C42-4B66-F55F-2A39F3D2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F465C-6475-D947-F242-24DE7756F4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101541-5449-0012-AC4F-194997580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D18E1-9C77-74D1-39CE-84E0EA34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7C004-9E6A-D3E3-ACB4-7F38D8272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800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11223-890C-4781-B942-B00A0B954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B3FA34-FBBD-1780-5CB1-5354725A46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BDC51B-3A40-08B7-2995-1268EF7003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0292E7-0F40-2579-3F1B-25D9840D0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F5F11-D72A-D77F-C1D5-A473FE792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92F16B-CA83-9362-FF87-3614D0F14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9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DE49-3D60-037A-E52F-C2E91D615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288743-A9DF-9143-8C3F-BF2E3A992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BBA1B-3F89-60BD-9F3C-963B61926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30D55-FFBB-AB09-9BE9-40E3B4794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485AF-5665-61FD-1C62-EB59A969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18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96223B-66BF-CBDF-C2A5-4D9645C04D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C13201-C9A5-9B6C-C922-F65A11B1F1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487D5-132F-A155-4984-2F5AD458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E1B09-A632-E531-B374-A1FB2CAC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C1221-E1DD-570D-D26E-3750265EC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166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7F8F0-2EC5-B888-5FF9-360D91D99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40C65-CC16-BEFA-3427-1B8AE621C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46E90-9B23-6E39-AD65-C6D1C094A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20399A-6CC4-45D5-A5D2-46D4A6DDF6FB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CEDB-ACAD-B1DD-7D70-A7103B462E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477AA-3C3E-12B6-1A71-2A745A0867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6C490-AFB8-4193-AD8B-1334A87BE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4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B6CD22E-2269-419F-9E81-016EA035D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65CDA3-528C-8A64-F4FB-19771660E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132" y="1295231"/>
            <a:ext cx="5895178" cy="3807446"/>
          </a:xfrm>
        </p:spPr>
        <p:txBody>
          <a:bodyPr anchor="b">
            <a:normAutofit/>
          </a:bodyPr>
          <a:lstStyle/>
          <a:p>
            <a:pPr algn="l"/>
            <a:r>
              <a:rPr lang="en-US" sz="6600"/>
              <a:t>SIR Model – Vaccination 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A607D34-E2A9-4595-9DB2-5472E077C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07082" y="0"/>
            <a:ext cx="4884918" cy="6858000"/>
          </a:xfrm>
          <a:custGeom>
            <a:avLst/>
            <a:gdLst>
              <a:gd name="connsiteX0" fmla="*/ 1097203 w 4884918"/>
              <a:gd name="connsiteY0" fmla="*/ 0 h 6858000"/>
              <a:gd name="connsiteX1" fmla="*/ 1154155 w 4884918"/>
              <a:gd name="connsiteY1" fmla="*/ 0 h 6858000"/>
              <a:gd name="connsiteX2" fmla="*/ 972305 w 4884918"/>
              <a:gd name="connsiteY2" fmla="*/ 343212 h 6858000"/>
              <a:gd name="connsiteX3" fmla="*/ 780524 w 4884918"/>
              <a:gd name="connsiteY3" fmla="*/ 761067 h 6858000"/>
              <a:gd name="connsiteX4" fmla="*/ 737045 w 4884918"/>
              <a:gd name="connsiteY4" fmla="*/ 865164 h 6858000"/>
              <a:gd name="connsiteX5" fmla="*/ 762322 w 4884918"/>
              <a:gd name="connsiteY5" fmla="*/ 830676 h 6858000"/>
              <a:gd name="connsiteX6" fmla="*/ 1118805 w 4884918"/>
              <a:gd name="connsiteY6" fmla="*/ 160440 h 6858000"/>
              <a:gd name="connsiteX7" fmla="*/ 1221640 w 4884918"/>
              <a:gd name="connsiteY7" fmla="*/ 0 h 6858000"/>
              <a:gd name="connsiteX8" fmla="*/ 4884918 w 4884918"/>
              <a:gd name="connsiteY8" fmla="*/ 0 h 6858000"/>
              <a:gd name="connsiteX9" fmla="*/ 4884918 w 4884918"/>
              <a:gd name="connsiteY9" fmla="*/ 6857999 h 6858000"/>
              <a:gd name="connsiteX10" fmla="*/ 4884918 w 4884918"/>
              <a:gd name="connsiteY10" fmla="*/ 6858000 h 6858000"/>
              <a:gd name="connsiteX11" fmla="*/ 704817 w 4884918"/>
              <a:gd name="connsiteY11" fmla="*/ 6858000 h 6858000"/>
              <a:gd name="connsiteX12" fmla="*/ 618717 w 4884918"/>
              <a:gd name="connsiteY12" fmla="*/ 6672538 h 6858000"/>
              <a:gd name="connsiteX13" fmla="*/ 309324 w 4884918"/>
              <a:gd name="connsiteY13" fmla="*/ 5833618 h 6858000"/>
              <a:gd name="connsiteX14" fmla="*/ 209850 w 4884918"/>
              <a:gd name="connsiteY14" fmla="*/ 5484180 h 6858000"/>
              <a:gd name="connsiteX15" fmla="*/ 211619 w 4884918"/>
              <a:gd name="connsiteY15" fmla="*/ 5517653 h 6858000"/>
              <a:gd name="connsiteX16" fmla="*/ 361778 w 4884918"/>
              <a:gd name="connsiteY16" fmla="*/ 6145524 h 6858000"/>
              <a:gd name="connsiteX17" fmla="*/ 591356 w 4884918"/>
              <a:gd name="connsiteY17" fmla="*/ 6843306 h 6858000"/>
              <a:gd name="connsiteX18" fmla="*/ 597415 w 4884918"/>
              <a:gd name="connsiteY18" fmla="*/ 6858000 h 6858000"/>
              <a:gd name="connsiteX19" fmla="*/ 545224 w 4884918"/>
              <a:gd name="connsiteY19" fmla="*/ 6858000 h 6858000"/>
              <a:gd name="connsiteX20" fmla="*/ 533604 w 4884918"/>
              <a:gd name="connsiteY20" fmla="*/ 6830072 h 6858000"/>
              <a:gd name="connsiteX21" fmla="*/ 169657 w 4884918"/>
              <a:gd name="connsiteY21" fmla="*/ 5556577 h 6858000"/>
              <a:gd name="connsiteX22" fmla="*/ 12169 w 4884918"/>
              <a:gd name="connsiteY22" fmla="*/ 4362835 h 6858000"/>
              <a:gd name="connsiteX23" fmla="*/ 46168 w 4884918"/>
              <a:gd name="connsiteY23" fmla="*/ 3338487 h 6858000"/>
              <a:gd name="connsiteX24" fmla="*/ 490574 w 4884918"/>
              <a:gd name="connsiteY24" fmla="*/ 1381078 h 6858000"/>
              <a:gd name="connsiteX25" fmla="*/ 984701 w 4884918"/>
              <a:gd name="connsiteY25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884918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4884918" y="0"/>
                </a:lnTo>
                <a:lnTo>
                  <a:pt x="4884918" y="6857999"/>
                </a:lnTo>
                <a:lnTo>
                  <a:pt x="4884918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2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82A6C9-7CF6-2E6F-2183-9EC99DAFA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9872" y="1122363"/>
            <a:ext cx="3223928" cy="3980314"/>
          </a:xfrm>
        </p:spPr>
        <p:txBody>
          <a:bodyPr anchor="b"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Group 20</a:t>
            </a:r>
          </a:p>
          <a:p>
            <a:pPr algn="l"/>
            <a:r>
              <a:rPr lang="en-US">
                <a:solidFill>
                  <a:srgbClr val="FFFFFF"/>
                </a:solidFill>
              </a:rPr>
              <a:t>Tania BELVEDERE, Jonas Kruse, Sara Milla, Marcus Pilgram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3DAB858-5A0C-4AFF-AAC6-705EDF8D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180" y="5439978"/>
            <a:ext cx="5897880" cy="18288"/>
          </a:xfrm>
          <a:custGeom>
            <a:avLst/>
            <a:gdLst>
              <a:gd name="csX0" fmla="*/ 0 w 5897880"/>
              <a:gd name="csY0" fmla="*/ 0 h 18288"/>
              <a:gd name="csX1" fmla="*/ 537362 w 5897880"/>
              <a:gd name="csY1" fmla="*/ 0 h 18288"/>
              <a:gd name="csX2" fmla="*/ 1133704 w 5897880"/>
              <a:gd name="csY2" fmla="*/ 0 h 18288"/>
              <a:gd name="csX3" fmla="*/ 1671066 w 5897880"/>
              <a:gd name="csY3" fmla="*/ 0 h 18288"/>
              <a:gd name="csX4" fmla="*/ 2385365 w 5897880"/>
              <a:gd name="csY4" fmla="*/ 0 h 18288"/>
              <a:gd name="csX5" fmla="*/ 3040685 w 5897880"/>
              <a:gd name="csY5" fmla="*/ 0 h 18288"/>
              <a:gd name="csX6" fmla="*/ 3696005 w 5897880"/>
              <a:gd name="csY6" fmla="*/ 0 h 18288"/>
              <a:gd name="csX7" fmla="*/ 4469282 w 5897880"/>
              <a:gd name="csY7" fmla="*/ 0 h 18288"/>
              <a:gd name="csX8" fmla="*/ 5183581 w 5897880"/>
              <a:gd name="csY8" fmla="*/ 0 h 18288"/>
              <a:gd name="csX9" fmla="*/ 5897880 w 5897880"/>
              <a:gd name="csY9" fmla="*/ 0 h 18288"/>
              <a:gd name="csX10" fmla="*/ 5897880 w 5897880"/>
              <a:gd name="csY10" fmla="*/ 18288 h 18288"/>
              <a:gd name="csX11" fmla="*/ 5419496 w 5897880"/>
              <a:gd name="csY11" fmla="*/ 18288 h 18288"/>
              <a:gd name="csX12" fmla="*/ 4882134 w 5897880"/>
              <a:gd name="csY12" fmla="*/ 18288 h 18288"/>
              <a:gd name="csX13" fmla="*/ 4167835 w 5897880"/>
              <a:gd name="csY13" fmla="*/ 18288 h 18288"/>
              <a:gd name="csX14" fmla="*/ 3394558 w 5897880"/>
              <a:gd name="csY14" fmla="*/ 18288 h 18288"/>
              <a:gd name="csX15" fmla="*/ 2798216 w 5897880"/>
              <a:gd name="csY15" fmla="*/ 18288 h 18288"/>
              <a:gd name="csX16" fmla="*/ 2024939 w 5897880"/>
              <a:gd name="csY16" fmla="*/ 18288 h 18288"/>
              <a:gd name="csX17" fmla="*/ 1487576 w 5897880"/>
              <a:gd name="csY17" fmla="*/ 18288 h 18288"/>
              <a:gd name="csX18" fmla="*/ 1009193 w 5897880"/>
              <a:gd name="csY18" fmla="*/ 18288 h 18288"/>
              <a:gd name="csX19" fmla="*/ 0 w 5897880"/>
              <a:gd name="csY19" fmla="*/ 18288 h 18288"/>
              <a:gd name="csX20" fmla="*/ 0 w 5897880"/>
              <a:gd name="csY2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897880" h="18288" fill="none" extrusionOk="0">
                <a:moveTo>
                  <a:pt x="0" y="0"/>
                </a:moveTo>
                <a:cubicBezTo>
                  <a:pt x="232564" y="21549"/>
                  <a:pt x="389747" y="7320"/>
                  <a:pt x="537362" y="0"/>
                </a:cubicBezTo>
                <a:cubicBezTo>
                  <a:pt x="684977" y="-7320"/>
                  <a:pt x="894159" y="-7726"/>
                  <a:pt x="1133704" y="0"/>
                </a:cubicBezTo>
                <a:cubicBezTo>
                  <a:pt x="1373249" y="7726"/>
                  <a:pt x="1440352" y="-304"/>
                  <a:pt x="1671066" y="0"/>
                </a:cubicBezTo>
                <a:cubicBezTo>
                  <a:pt x="1901780" y="304"/>
                  <a:pt x="2091497" y="765"/>
                  <a:pt x="2385365" y="0"/>
                </a:cubicBezTo>
                <a:cubicBezTo>
                  <a:pt x="2679233" y="-765"/>
                  <a:pt x="2762926" y="2802"/>
                  <a:pt x="3040685" y="0"/>
                </a:cubicBezTo>
                <a:cubicBezTo>
                  <a:pt x="3318444" y="-2802"/>
                  <a:pt x="3409726" y="9093"/>
                  <a:pt x="3696005" y="0"/>
                </a:cubicBezTo>
                <a:cubicBezTo>
                  <a:pt x="3982284" y="-9093"/>
                  <a:pt x="4087272" y="27119"/>
                  <a:pt x="4469282" y="0"/>
                </a:cubicBezTo>
                <a:cubicBezTo>
                  <a:pt x="4851292" y="-27119"/>
                  <a:pt x="4924835" y="26473"/>
                  <a:pt x="5183581" y="0"/>
                </a:cubicBezTo>
                <a:cubicBezTo>
                  <a:pt x="5442327" y="-26473"/>
                  <a:pt x="5598463" y="7328"/>
                  <a:pt x="5897880" y="0"/>
                </a:cubicBezTo>
                <a:cubicBezTo>
                  <a:pt x="5898259" y="7355"/>
                  <a:pt x="5898164" y="10249"/>
                  <a:pt x="5897880" y="18288"/>
                </a:cubicBezTo>
                <a:cubicBezTo>
                  <a:pt x="5682742" y="31268"/>
                  <a:pt x="5520014" y="14700"/>
                  <a:pt x="5419496" y="18288"/>
                </a:cubicBezTo>
                <a:cubicBezTo>
                  <a:pt x="5318978" y="21876"/>
                  <a:pt x="5012864" y="-2446"/>
                  <a:pt x="4882134" y="18288"/>
                </a:cubicBezTo>
                <a:cubicBezTo>
                  <a:pt x="4751404" y="39022"/>
                  <a:pt x="4313676" y="-3937"/>
                  <a:pt x="4167835" y="18288"/>
                </a:cubicBezTo>
                <a:cubicBezTo>
                  <a:pt x="4021994" y="40513"/>
                  <a:pt x="3715729" y="50049"/>
                  <a:pt x="3394558" y="18288"/>
                </a:cubicBezTo>
                <a:cubicBezTo>
                  <a:pt x="3073387" y="-13473"/>
                  <a:pt x="3093227" y="29828"/>
                  <a:pt x="2798216" y="18288"/>
                </a:cubicBezTo>
                <a:cubicBezTo>
                  <a:pt x="2503205" y="6748"/>
                  <a:pt x="2297615" y="22459"/>
                  <a:pt x="2024939" y="18288"/>
                </a:cubicBezTo>
                <a:cubicBezTo>
                  <a:pt x="1752263" y="14117"/>
                  <a:pt x="1629814" y="-5485"/>
                  <a:pt x="1487576" y="18288"/>
                </a:cubicBezTo>
                <a:cubicBezTo>
                  <a:pt x="1345338" y="42061"/>
                  <a:pt x="1238885" y="15810"/>
                  <a:pt x="1009193" y="18288"/>
                </a:cubicBezTo>
                <a:cubicBezTo>
                  <a:pt x="779501" y="20766"/>
                  <a:pt x="441829" y="-24679"/>
                  <a:pt x="0" y="18288"/>
                </a:cubicBezTo>
                <a:cubicBezTo>
                  <a:pt x="-384" y="12702"/>
                  <a:pt x="-513" y="4636"/>
                  <a:pt x="0" y="0"/>
                </a:cubicBezTo>
                <a:close/>
              </a:path>
              <a:path w="5897880" h="18288" stroke="0" extrusionOk="0">
                <a:moveTo>
                  <a:pt x="0" y="0"/>
                </a:moveTo>
                <a:cubicBezTo>
                  <a:pt x="196299" y="-26676"/>
                  <a:pt x="463834" y="6738"/>
                  <a:pt x="596341" y="0"/>
                </a:cubicBezTo>
                <a:cubicBezTo>
                  <a:pt x="728848" y="-6738"/>
                  <a:pt x="857267" y="1845"/>
                  <a:pt x="1074725" y="0"/>
                </a:cubicBezTo>
                <a:cubicBezTo>
                  <a:pt x="1292183" y="-1845"/>
                  <a:pt x="1545672" y="3744"/>
                  <a:pt x="1848002" y="0"/>
                </a:cubicBezTo>
                <a:cubicBezTo>
                  <a:pt x="2150332" y="-3744"/>
                  <a:pt x="2306688" y="-14526"/>
                  <a:pt x="2444344" y="0"/>
                </a:cubicBezTo>
                <a:cubicBezTo>
                  <a:pt x="2582000" y="14526"/>
                  <a:pt x="2761095" y="-11862"/>
                  <a:pt x="3040685" y="0"/>
                </a:cubicBezTo>
                <a:cubicBezTo>
                  <a:pt x="3320275" y="11862"/>
                  <a:pt x="3622320" y="-32867"/>
                  <a:pt x="3813962" y="0"/>
                </a:cubicBezTo>
                <a:cubicBezTo>
                  <a:pt x="4005604" y="32867"/>
                  <a:pt x="4117810" y="-10778"/>
                  <a:pt x="4351325" y="0"/>
                </a:cubicBezTo>
                <a:cubicBezTo>
                  <a:pt x="4584840" y="10778"/>
                  <a:pt x="4963783" y="-32384"/>
                  <a:pt x="5124602" y="0"/>
                </a:cubicBezTo>
                <a:cubicBezTo>
                  <a:pt x="5285421" y="32384"/>
                  <a:pt x="5705238" y="-29538"/>
                  <a:pt x="5897880" y="0"/>
                </a:cubicBezTo>
                <a:cubicBezTo>
                  <a:pt x="5898220" y="5688"/>
                  <a:pt x="5897711" y="13142"/>
                  <a:pt x="5897880" y="18288"/>
                </a:cubicBezTo>
                <a:cubicBezTo>
                  <a:pt x="5630425" y="-1425"/>
                  <a:pt x="5532865" y="12244"/>
                  <a:pt x="5242560" y="18288"/>
                </a:cubicBezTo>
                <a:cubicBezTo>
                  <a:pt x="4952255" y="24332"/>
                  <a:pt x="4783060" y="5748"/>
                  <a:pt x="4646219" y="18288"/>
                </a:cubicBezTo>
                <a:cubicBezTo>
                  <a:pt x="4509378" y="30828"/>
                  <a:pt x="4163771" y="-13995"/>
                  <a:pt x="3872941" y="18288"/>
                </a:cubicBezTo>
                <a:cubicBezTo>
                  <a:pt x="3582111" y="50571"/>
                  <a:pt x="3362704" y="-1402"/>
                  <a:pt x="3099664" y="18288"/>
                </a:cubicBezTo>
                <a:cubicBezTo>
                  <a:pt x="2836624" y="37978"/>
                  <a:pt x="2747441" y="19657"/>
                  <a:pt x="2562301" y="18288"/>
                </a:cubicBezTo>
                <a:cubicBezTo>
                  <a:pt x="2377161" y="16919"/>
                  <a:pt x="2104946" y="21735"/>
                  <a:pt x="1906981" y="18288"/>
                </a:cubicBezTo>
                <a:cubicBezTo>
                  <a:pt x="1709016" y="14841"/>
                  <a:pt x="1304654" y="-2323"/>
                  <a:pt x="1133704" y="18288"/>
                </a:cubicBezTo>
                <a:cubicBezTo>
                  <a:pt x="962754" y="38899"/>
                  <a:pt x="457048" y="2985"/>
                  <a:pt x="0" y="18288"/>
                </a:cubicBezTo>
                <a:cubicBezTo>
                  <a:pt x="-478" y="10520"/>
                  <a:pt x="210" y="5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ketch line 2">
            <a:extLst>
              <a:ext uri="{FF2B5EF4-FFF2-40B4-BE49-F238E27FC236}">
                <a16:creationId xmlns:a16="http://schemas.microsoft.com/office/drawing/2014/main" id="{8FFD9892-EDE5-4886-A313-66099DA8C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0653" y="5626353"/>
            <a:ext cx="3479619" cy="18288"/>
          </a:xfrm>
          <a:custGeom>
            <a:avLst/>
            <a:gdLst>
              <a:gd name="csX0" fmla="*/ 0 w 3479619"/>
              <a:gd name="csY0" fmla="*/ 0 h 18288"/>
              <a:gd name="csX1" fmla="*/ 661128 w 3479619"/>
              <a:gd name="csY1" fmla="*/ 0 h 18288"/>
              <a:gd name="csX2" fmla="*/ 1357051 w 3479619"/>
              <a:gd name="csY2" fmla="*/ 0 h 18288"/>
              <a:gd name="csX3" fmla="*/ 2087771 w 3479619"/>
              <a:gd name="csY3" fmla="*/ 0 h 18288"/>
              <a:gd name="csX4" fmla="*/ 2818491 w 3479619"/>
              <a:gd name="csY4" fmla="*/ 0 h 18288"/>
              <a:gd name="csX5" fmla="*/ 3479619 w 3479619"/>
              <a:gd name="csY5" fmla="*/ 0 h 18288"/>
              <a:gd name="csX6" fmla="*/ 3479619 w 3479619"/>
              <a:gd name="csY6" fmla="*/ 18288 h 18288"/>
              <a:gd name="csX7" fmla="*/ 2714103 w 3479619"/>
              <a:gd name="csY7" fmla="*/ 18288 h 18288"/>
              <a:gd name="csX8" fmla="*/ 1948587 w 3479619"/>
              <a:gd name="csY8" fmla="*/ 18288 h 18288"/>
              <a:gd name="csX9" fmla="*/ 1252663 w 3479619"/>
              <a:gd name="csY9" fmla="*/ 18288 h 18288"/>
              <a:gd name="csX10" fmla="*/ 0 w 3479619"/>
              <a:gd name="csY10" fmla="*/ 18288 h 18288"/>
              <a:gd name="csX11" fmla="*/ 0 w 3479619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479619" h="18288" fill="none" extrusionOk="0">
                <a:moveTo>
                  <a:pt x="0" y="0"/>
                </a:moveTo>
                <a:cubicBezTo>
                  <a:pt x="178395" y="-3637"/>
                  <a:pt x="368619" y="-28254"/>
                  <a:pt x="661128" y="0"/>
                </a:cubicBezTo>
                <a:cubicBezTo>
                  <a:pt x="953637" y="28254"/>
                  <a:pt x="1022982" y="-4416"/>
                  <a:pt x="1357051" y="0"/>
                </a:cubicBezTo>
                <a:cubicBezTo>
                  <a:pt x="1691120" y="4416"/>
                  <a:pt x="1729558" y="27777"/>
                  <a:pt x="2087771" y="0"/>
                </a:cubicBezTo>
                <a:cubicBezTo>
                  <a:pt x="2445984" y="-27777"/>
                  <a:pt x="2592094" y="4429"/>
                  <a:pt x="2818491" y="0"/>
                </a:cubicBezTo>
                <a:cubicBezTo>
                  <a:pt x="3044888" y="-4429"/>
                  <a:pt x="3204567" y="26471"/>
                  <a:pt x="3479619" y="0"/>
                </a:cubicBezTo>
                <a:cubicBezTo>
                  <a:pt x="3478910" y="8157"/>
                  <a:pt x="3479206" y="12125"/>
                  <a:pt x="3479619" y="18288"/>
                </a:cubicBezTo>
                <a:cubicBezTo>
                  <a:pt x="3315855" y="-2963"/>
                  <a:pt x="3094885" y="26965"/>
                  <a:pt x="2714103" y="18288"/>
                </a:cubicBezTo>
                <a:cubicBezTo>
                  <a:pt x="2333321" y="9611"/>
                  <a:pt x="2260528" y="-15335"/>
                  <a:pt x="1948587" y="18288"/>
                </a:cubicBezTo>
                <a:cubicBezTo>
                  <a:pt x="1636646" y="51911"/>
                  <a:pt x="1489816" y="46369"/>
                  <a:pt x="1252663" y="18288"/>
                </a:cubicBezTo>
                <a:cubicBezTo>
                  <a:pt x="1015510" y="-9793"/>
                  <a:pt x="519812" y="-12177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479619" h="18288" stroke="0" extrusionOk="0">
                <a:moveTo>
                  <a:pt x="0" y="0"/>
                </a:moveTo>
                <a:cubicBezTo>
                  <a:pt x="326045" y="25020"/>
                  <a:pt x="425411" y="-17676"/>
                  <a:pt x="661128" y="0"/>
                </a:cubicBezTo>
                <a:cubicBezTo>
                  <a:pt x="896845" y="17676"/>
                  <a:pt x="1124825" y="1478"/>
                  <a:pt x="1252663" y="0"/>
                </a:cubicBezTo>
                <a:cubicBezTo>
                  <a:pt x="1380502" y="-1478"/>
                  <a:pt x="1694914" y="11788"/>
                  <a:pt x="2018179" y="0"/>
                </a:cubicBezTo>
                <a:cubicBezTo>
                  <a:pt x="2341444" y="-11788"/>
                  <a:pt x="2451167" y="12596"/>
                  <a:pt x="2679307" y="0"/>
                </a:cubicBezTo>
                <a:cubicBezTo>
                  <a:pt x="2907447" y="-12596"/>
                  <a:pt x="3094555" y="23821"/>
                  <a:pt x="3479619" y="0"/>
                </a:cubicBezTo>
                <a:cubicBezTo>
                  <a:pt x="3479355" y="4493"/>
                  <a:pt x="3480003" y="9472"/>
                  <a:pt x="3479619" y="18288"/>
                </a:cubicBezTo>
                <a:cubicBezTo>
                  <a:pt x="3311729" y="36782"/>
                  <a:pt x="3015946" y="7938"/>
                  <a:pt x="2783695" y="18288"/>
                </a:cubicBezTo>
                <a:cubicBezTo>
                  <a:pt x="2551444" y="28638"/>
                  <a:pt x="2398767" y="-13940"/>
                  <a:pt x="2018179" y="18288"/>
                </a:cubicBezTo>
                <a:cubicBezTo>
                  <a:pt x="1637591" y="50516"/>
                  <a:pt x="1634873" y="-6356"/>
                  <a:pt x="1426644" y="18288"/>
                </a:cubicBezTo>
                <a:cubicBezTo>
                  <a:pt x="1218415" y="42932"/>
                  <a:pt x="1006973" y="4094"/>
                  <a:pt x="730720" y="18288"/>
                </a:cubicBezTo>
                <a:cubicBezTo>
                  <a:pt x="454467" y="32482"/>
                  <a:pt x="291313" y="3910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990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BEA1DB-31CE-ADD5-3C96-91FC710F0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Model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4B250-27CF-E316-457F-ACCB1C516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b="1"/>
              <a:t>Base Model:</a:t>
            </a:r>
            <a:r>
              <a:rPr lang="en-US" sz="2200"/>
              <a:t> Classical SIR (Susceptible-Infectious-Recovered)</a:t>
            </a:r>
          </a:p>
          <a:p>
            <a:r>
              <a:rPr lang="en-US" sz="2200"/>
              <a:t>Split the 'Infectious' compartment into three severity levels:</a:t>
            </a:r>
          </a:p>
          <a:p>
            <a:pPr lvl="1"/>
            <a:r>
              <a:rPr lang="en-US" sz="2200" b="1"/>
              <a:t>Home:</a:t>
            </a:r>
            <a:r>
              <a:rPr lang="en-US" sz="2200"/>
              <a:t> Mild cases who recover in isolation</a:t>
            </a:r>
          </a:p>
          <a:p>
            <a:pPr lvl="1"/>
            <a:r>
              <a:rPr lang="en-US" sz="2200" b="1"/>
              <a:t>Severe:</a:t>
            </a:r>
            <a:r>
              <a:rPr lang="en-US" sz="2200"/>
              <a:t> Patients requiring general hospital beds</a:t>
            </a:r>
          </a:p>
          <a:p>
            <a:pPr lvl="1"/>
            <a:r>
              <a:rPr lang="en-US" sz="2200" b="1"/>
              <a:t>Critical:</a:t>
            </a:r>
            <a:r>
              <a:rPr lang="en-US" sz="2200"/>
              <a:t> Patients requiring ICU beds</a:t>
            </a:r>
          </a:p>
          <a:p>
            <a:r>
              <a:rPr lang="en-US" sz="2200"/>
              <a:t>This allows us to track </a:t>
            </a:r>
            <a:r>
              <a:rPr lang="en-US" sz="2200" b="1"/>
              <a:t>bed occupancy </a:t>
            </a:r>
            <a:r>
              <a:rPr lang="en-US" sz="2200"/>
              <a:t>directly not just total cases</a:t>
            </a:r>
          </a:p>
          <a:p>
            <a:r>
              <a:rPr lang="en-US" sz="2200"/>
              <a:t>Added a flow from Susceptible to Vaccinated to simulate the </a:t>
            </a:r>
            <a:r>
              <a:rPr lang="en-US" sz="2200" b="1"/>
              <a:t>immunization</a:t>
            </a:r>
            <a:r>
              <a:rPr lang="en-US" sz="2200"/>
              <a:t> campaign</a:t>
            </a:r>
          </a:p>
        </p:txBody>
      </p:sp>
    </p:spTree>
    <p:extLst>
      <p:ext uri="{BB962C8B-B14F-4D97-AF65-F5344CB8AC3E}">
        <p14:creationId xmlns:p14="http://schemas.microsoft.com/office/powerpoint/2010/main" val="3545057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038C-944E-23BA-9BBB-1E4F47BF3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 and Flow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CFE4-3173-4747-72AD-1DF8F2A60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931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0CEFD5-8CA9-4D8E-70F6-887FCA80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Model Parameters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C62F1C-9A0C-73D6-A85C-8644227418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000" dirty="0"/>
                  <a:t>Population (N): 9 Million</a:t>
                </a:r>
              </a:p>
              <a:p>
                <a:r>
                  <a:rPr lang="en-US" sz="2000" dirty="0"/>
                  <a:t>Contact Rate (c): 10 contacts/day</a:t>
                </a:r>
              </a:p>
              <a:p>
                <a:r>
                  <a:rPr lang="en-US" sz="2000" dirty="0"/>
                  <a:t>Infection Probability (</a:t>
                </a:r>
                <a14:m>
                  <m:oMath xmlns:m="http://schemas.openxmlformats.org/officeDocument/2006/math">
                    <m:r>
                      <a:rPr lang="el-GR" sz="200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/>
                  <a:t>): 0.05 (5% chance per contact)</a:t>
                </a:r>
              </a:p>
              <a:p>
                <a:r>
                  <a:rPr lang="en-US" sz="2000" dirty="0"/>
                  <a:t>Clinical Severity Split (Sum = 1):</a:t>
                </a:r>
              </a:p>
              <a:p>
                <a:pPr lvl="1"/>
                <a:r>
                  <a:rPr lang="en-US" sz="2000" dirty="0"/>
                  <a:t>Mild (Home-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): 80% </a:t>
                </a:r>
              </a:p>
              <a:p>
                <a:pPr lvl="1"/>
                <a:r>
                  <a:rPr lang="en-US" sz="2000" dirty="0"/>
                  <a:t>Severe (Hospital-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): 15% </a:t>
                </a:r>
              </a:p>
              <a:p>
                <a:pPr lvl="1"/>
                <a:r>
                  <a:rPr lang="en-US" sz="2000" dirty="0"/>
                  <a:t>Critical (ICU-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dirty="0"/>
                  <a:t>): 5%</a:t>
                </a:r>
              </a:p>
              <a:p>
                <a:r>
                  <a:rPr lang="en-US" sz="2000" dirty="0"/>
                  <a:t>Recovery Time (</a:t>
                </a:r>
                <a:r>
                  <a:rPr lang="el-GR" sz="2000" dirty="0"/>
                  <a:t>β</a:t>
                </a:r>
                <a:r>
                  <a:rPr lang="en-US" sz="2000" dirty="0"/>
                  <a:t>): Average duration of 10 days for all compartments (</a:t>
                </a:r>
                <a:r>
                  <a:rPr lang="el-GR" sz="2000" dirty="0"/>
                  <a:t>β</a:t>
                </a:r>
                <a:r>
                  <a:rPr lang="en-US" sz="2000" dirty="0"/>
                  <a:t> = 0.10)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C62F1C-9A0C-73D6-A85C-8644227418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  <a:blipFill>
                <a:blip r:embed="rId2"/>
                <a:stretch>
                  <a:fillRect l="-1139" t="-1718" b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A8FE116D-917E-D2E6-A6D4-9F0D216D8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25185"/>
            <a:ext cx="5458968" cy="3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05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F290D-4838-7628-4381-CC0021CD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4000"/>
              <a:t>Sensitivity Analysis 1: Contact Rates</a:t>
            </a:r>
            <a:endParaRPr lang="en-US" sz="4000" dirty="0"/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2D5BB-E1F8-4371-4F6F-6F89DFE62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200" dirty="0"/>
              <a:t>High contact rates (c = 20) peak shifts to day 20 </a:t>
            </a:r>
          </a:p>
          <a:p>
            <a:pPr lvl="1"/>
            <a:r>
              <a:rPr lang="en-US" sz="2200"/>
              <a:t>system overwhelmed instantly</a:t>
            </a:r>
          </a:p>
          <a:p>
            <a:r>
              <a:rPr lang="en-US" sz="2200" dirty="0"/>
              <a:t>Low contact rates (c = 4) peak delayed to day 159</a:t>
            </a:r>
          </a:p>
          <a:p>
            <a:pPr lvl="1"/>
            <a:r>
              <a:rPr lang="en-US" sz="2200"/>
              <a:t> flattened curve and manageable ICU load</a:t>
            </a:r>
          </a:p>
          <a:p>
            <a:r>
              <a:rPr lang="en-US" sz="2200" dirty="0"/>
              <a:t>Contact rate drives the </a:t>
            </a:r>
            <a:r>
              <a:rPr lang="en-US" sz="2200" b="1" dirty="0"/>
              <a:t>timing</a:t>
            </a:r>
            <a:r>
              <a:rPr lang="en-US" sz="2200" dirty="0"/>
              <a:t> of the epidemic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F988ED-3F8B-C196-E5DE-C1C43EB364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609085"/>
            <a:ext cx="4014216" cy="2870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288910-5DCF-FBFB-5353-6083EFD4A5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4617" y="3463394"/>
            <a:ext cx="4093997" cy="287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56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2C41B4-9363-0F4D-8956-9F2EFAA3A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000" dirty="0"/>
              <a:t>Sensitivity Analysis 2: Infection Probability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C8C848-B642-D34A-0B3E-A979601724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000" dirty="0"/>
                  <a:t>Higher infection probability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l-GR" sz="2000" dirty="0"/>
                  <a:t> </a:t>
                </a:r>
                <a:r>
                  <a:rPr lang="en-US" sz="2000" dirty="0"/>
                  <a:t>=0.15):</a:t>
                </a:r>
              </a:p>
              <a:p>
                <a:pPr lvl="1"/>
                <a:r>
                  <a:rPr lang="en-US" sz="2000" dirty="0"/>
                  <a:t>Peak timing is earlier – Day 13</a:t>
                </a:r>
              </a:p>
              <a:p>
                <a:pPr lvl="1"/>
                <a:r>
                  <a:rPr lang="en-US" sz="2000" dirty="0"/>
                  <a:t>Home infections increase to </a:t>
                </a:r>
                <a:r>
                  <a:rPr lang="en-US" sz="2000" b="1" dirty="0"/>
                  <a:t>5.3 million</a:t>
                </a:r>
                <a:r>
                  <a:rPr lang="en-US" sz="2000" dirty="0"/>
                  <a:t> from 3.4 million in the baseline</a:t>
                </a:r>
              </a:p>
              <a:p>
                <a:pPr lvl="1"/>
                <a:r>
                  <a:rPr lang="en-US" sz="2000" b="1" dirty="0"/>
                  <a:t>Hospitalizations hit 1 million </a:t>
                </a:r>
              </a:p>
              <a:p>
                <a:pPr lvl="1"/>
                <a:r>
                  <a:rPr lang="en-US" sz="2000" dirty="0"/>
                  <a:t>High transmissibility can lead to </a:t>
                </a:r>
                <a:r>
                  <a:rPr lang="en-US" sz="2000" b="1" dirty="0"/>
                  <a:t>system failure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C8C848-B642-D34A-0B3E-A979601724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  <a:blipFill>
                <a:blip r:embed="rId3"/>
                <a:stretch>
                  <a:fillRect l="-1139" t="-1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0289A67-22F7-200A-590D-2246D137D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59303"/>
            <a:ext cx="5458968" cy="373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911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CC63A2-EF98-0EEE-DE01-C3E4F564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000" dirty="0"/>
              <a:t>Sensitivity Analysis 3: Dangerous Variant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AC3490-9E4E-CB57-B8F3-A6EC98310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200" dirty="0"/>
                  <a:t>Increasing the severity more people need ICU care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200" b="0" i="1">
                        <a:latin typeface="Cambria Math" panose="02040503050406030204" pitchFamily="18" charset="0"/>
                      </a:rPr>
                      <m:t>=15%</m:t>
                    </m:r>
                  </m:oMath>
                </a14:m>
                <a:r>
                  <a:rPr lang="en-US" sz="2200" dirty="0"/>
                  <a:t> from 5%</a:t>
                </a:r>
              </a:p>
              <a:p>
                <a:r>
                  <a:rPr lang="en-US" sz="2200" dirty="0"/>
                  <a:t>Peak timing still on day 44</a:t>
                </a:r>
              </a:p>
              <a:p>
                <a:r>
                  <a:rPr lang="en-US" sz="2200" dirty="0"/>
                  <a:t>ICU demand triples – 642 K cases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AC3490-9E4E-CB57-B8F3-A6EC98310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  <a:blipFill>
                <a:blip r:embed="rId3"/>
                <a:stretch>
                  <a:fillRect l="-1519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BA4C9EA-04B0-4D2F-4405-3139992F4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45656"/>
            <a:ext cx="5458968" cy="376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31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9A18B-4A70-2DF3-4C35-2D73453DD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000" dirty="0"/>
              <a:t>Sensitivity Analysis 4:  Slow Recovery 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FF99AE-04F1-3BE5-768E-F0E7965FED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200"/>
                  <a:t>Slowing recovery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β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=33 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𝑑𝑎𝑦𝑠</m:t>
                    </m:r>
                  </m:oMath>
                </a14:m>
                <a:r>
                  <a:rPr lang="en-US" sz="2200"/>
                  <a:t> </a:t>
                </a:r>
              </a:p>
              <a:p>
                <a:r>
                  <a:rPr lang="en-US" sz="2200"/>
                  <a:t>Peak timing still near day 44</a:t>
                </a:r>
              </a:p>
              <a:p>
                <a:r>
                  <a:rPr lang="en-US" sz="2200"/>
                  <a:t>Hospitalizations increase</a:t>
                </a:r>
              </a:p>
              <a:p>
                <a:r>
                  <a:rPr lang="en-US" sz="2200"/>
                  <a:t>Capacity depends on recovery/outflow </a:t>
                </a:r>
              </a:p>
              <a:p>
                <a:endParaRPr lang="en-US" sz="220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FF99AE-04F1-3BE5-768E-F0E7965FED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0936" y="2660904"/>
                <a:ext cx="4818888" cy="3547872"/>
              </a:xfrm>
              <a:blipFill>
                <a:blip r:embed="rId3"/>
                <a:stretch>
                  <a:fillRect l="-1519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BBEBC9E6-40D9-0A1A-71BB-060152B70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586599"/>
            <a:ext cx="5458968" cy="368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980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5D13-99BC-AC33-C905-71E7D164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A0F16-41BC-F152-9FF1-EDDA05AD6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03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961-14EC-337F-D4F9-4B52C75EE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4EF2-2A8A-D4FA-D919-678A4FAF4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28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DFC63-0624-2481-0010-5BA2E65A7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F8599-5BF5-3346-205E-77994D68F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64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DD43-14E6-6721-842B-25088DAF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C759F-34EA-7475-4CB4-B2BDD77F8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33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331</Words>
  <Application>Microsoft Office PowerPoint</Application>
  <PresentationFormat>Widescreen</PresentationFormat>
  <Paragraphs>54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SIR Model – Vaccination </vt:lpstr>
      <vt:lpstr>Model</vt:lpstr>
      <vt:lpstr>Stock and Flow </vt:lpstr>
      <vt:lpstr>Model Parameters</vt:lpstr>
      <vt:lpstr>Sensitivity Analysis 1: Contact Rates</vt:lpstr>
      <vt:lpstr>Sensitivity Analysis 2: Infection Probability</vt:lpstr>
      <vt:lpstr>Sensitivity Analysis 3: Dangerous Variant</vt:lpstr>
      <vt:lpstr>Sensitivity Analysis 4:  Slow Recovery </vt:lpstr>
      <vt:lpstr>Task 3</vt:lpstr>
      <vt:lpstr>Task 4</vt:lpstr>
      <vt:lpstr>Task 5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2026-01-17T17:42:51Z</dcterms:created>
  <dcterms:modified xsi:type="dcterms:W3CDTF">2026-01-19T10:30:20Z</dcterms:modified>
</cp:coreProperties>
</file>